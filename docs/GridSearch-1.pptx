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6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1" r:id="rId11"/>
    <p:sldId id="276" r:id="rId12"/>
    <p:sldId id="272" r:id="rId13"/>
    <p:sldId id="273" r:id="rId14"/>
    <p:sldId id="271" r:id="rId15"/>
    <p:sldId id="268" r:id="rId16"/>
    <p:sldId id="269" r:id="rId17"/>
    <p:sldId id="270" r:id="rId18"/>
    <p:sldId id="277" r:id="rId19"/>
    <p:sldId id="274" r:id="rId20"/>
    <p:sldId id="275" r:id="rId21"/>
    <p:sldId id="266" r:id="rId22"/>
  </p:sldIdLst>
  <p:sldSz cx="12192000" cy="6858000"/>
  <p:notesSz cx="7004050" cy="92900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8F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2A2252-F58A-4BAA-9F62-886980F90848}" v="224" dt="2025-10-12T19:26:42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1425" autoAdjust="0"/>
  </p:normalViewPr>
  <p:slideViewPr>
    <p:cSldViewPr snapToGrid="0">
      <p:cViewPr>
        <p:scale>
          <a:sx n="120" d="100"/>
          <a:sy n="120" d="100"/>
        </p:scale>
        <p:origin x="101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 Hamann" userId="e3493400aa5eedcc" providerId="LiveId" clId="{9841BCCA-77C1-4E69-97CB-993A8CD1AE68}"/>
    <pc:docChg chg="undo custSel addSld delSld modSld sldOrd">
      <pc:chgData name="Hendrik Hamann" userId="e3493400aa5eedcc" providerId="LiveId" clId="{9841BCCA-77C1-4E69-97CB-993A8CD1AE68}" dt="2025-10-13T12:18:00.322" v="2082" actId="20577"/>
      <pc:docMkLst>
        <pc:docMk/>
      </pc:docMkLst>
      <pc:sldChg chg="addSp delSp modSp del mod">
        <pc:chgData name="Hendrik Hamann" userId="e3493400aa5eedcc" providerId="LiveId" clId="{9841BCCA-77C1-4E69-97CB-993A8CD1AE68}" dt="2025-10-12T17:42:16.951" v="1759" actId="47"/>
        <pc:sldMkLst>
          <pc:docMk/>
          <pc:sldMk cId="396673881" sldId="256"/>
        </pc:sldMkLst>
        <pc:spChg chg="mod">
          <ac:chgData name="Hendrik Hamann" userId="e3493400aa5eedcc" providerId="LiveId" clId="{9841BCCA-77C1-4E69-97CB-993A8CD1AE68}" dt="2025-10-12T13:52:59.303" v="1641" actId="1076"/>
          <ac:spMkLst>
            <pc:docMk/>
            <pc:sldMk cId="396673881" sldId="256"/>
            <ac:spMk id="19" creationId="{21CDB5F9-7C85-ADC0-DC42-62F968A0B1AB}"/>
          </ac:spMkLst>
        </pc:spChg>
        <pc:spChg chg="add mod">
          <ac:chgData name="Hendrik Hamann" userId="e3493400aa5eedcc" providerId="LiveId" clId="{9841BCCA-77C1-4E69-97CB-993A8CD1AE68}" dt="2025-10-12T13:53:08.161" v="1643" actId="1076"/>
          <ac:spMkLst>
            <pc:docMk/>
            <pc:sldMk cId="396673881" sldId="256"/>
            <ac:spMk id="31" creationId="{B8A1EC55-26B0-A2BD-09D3-FD004140213E}"/>
          </ac:spMkLst>
        </pc:spChg>
        <pc:spChg chg="add mod">
          <ac:chgData name="Hendrik Hamann" userId="e3493400aa5eedcc" providerId="LiveId" clId="{9841BCCA-77C1-4E69-97CB-993A8CD1AE68}" dt="2025-10-12T13:49:05.633" v="1599" actId="1076"/>
          <ac:spMkLst>
            <pc:docMk/>
            <pc:sldMk cId="396673881" sldId="256"/>
            <ac:spMk id="48" creationId="{6CCEF507-8E2A-6CA9-801B-B9FB2EB29D7A}"/>
          </ac:spMkLst>
        </pc:spChg>
        <pc:spChg chg="add mod">
          <ac:chgData name="Hendrik Hamann" userId="e3493400aa5eedcc" providerId="LiveId" clId="{9841BCCA-77C1-4E69-97CB-993A8CD1AE68}" dt="2025-10-12T13:49:15.766" v="1604" actId="20577"/>
          <ac:spMkLst>
            <pc:docMk/>
            <pc:sldMk cId="396673881" sldId="256"/>
            <ac:spMk id="49" creationId="{15E9995F-46C5-51EF-6B48-4764784CDA25}"/>
          </ac:spMkLst>
        </pc:spChg>
        <pc:spChg chg="add mod">
          <ac:chgData name="Hendrik Hamann" userId="e3493400aa5eedcc" providerId="LiveId" clId="{9841BCCA-77C1-4E69-97CB-993A8CD1AE68}" dt="2025-10-12T13:50:42.015" v="1609" actId="1076"/>
          <ac:spMkLst>
            <pc:docMk/>
            <pc:sldMk cId="396673881" sldId="256"/>
            <ac:spMk id="50" creationId="{6572A6CD-7695-917B-EA73-294A87B45CFF}"/>
          </ac:spMkLst>
        </pc:spChg>
        <pc:spChg chg="add mod">
          <ac:chgData name="Hendrik Hamann" userId="e3493400aa5eedcc" providerId="LiveId" clId="{9841BCCA-77C1-4E69-97CB-993A8CD1AE68}" dt="2025-10-12T13:50:54.647" v="1613" actId="1076"/>
          <ac:spMkLst>
            <pc:docMk/>
            <pc:sldMk cId="396673881" sldId="256"/>
            <ac:spMk id="51" creationId="{5AABE257-C4E0-BC94-5010-CBD2532503B5}"/>
          </ac:spMkLst>
        </pc:spChg>
        <pc:spChg chg="add mod">
          <ac:chgData name="Hendrik Hamann" userId="e3493400aa5eedcc" providerId="LiveId" clId="{9841BCCA-77C1-4E69-97CB-993A8CD1AE68}" dt="2025-10-12T13:51:08.335" v="1618" actId="1076"/>
          <ac:spMkLst>
            <pc:docMk/>
            <pc:sldMk cId="396673881" sldId="256"/>
            <ac:spMk id="52" creationId="{6FA71001-C4C6-A935-04D7-88DBE35A59DE}"/>
          </ac:spMkLst>
        </pc:spChg>
        <pc:spChg chg="add mod">
          <ac:chgData name="Hendrik Hamann" userId="e3493400aa5eedcc" providerId="LiveId" clId="{9841BCCA-77C1-4E69-97CB-993A8CD1AE68}" dt="2025-10-12T13:51:23.249" v="1623" actId="1076"/>
          <ac:spMkLst>
            <pc:docMk/>
            <pc:sldMk cId="396673881" sldId="256"/>
            <ac:spMk id="53" creationId="{1941532C-9427-6E71-8503-E46929D953D0}"/>
          </ac:spMkLst>
        </pc:spChg>
        <pc:spChg chg="add mod">
          <ac:chgData name="Hendrik Hamann" userId="e3493400aa5eedcc" providerId="LiveId" clId="{9841BCCA-77C1-4E69-97CB-993A8CD1AE68}" dt="2025-10-12T13:52:51.954" v="1640" actId="1076"/>
          <ac:spMkLst>
            <pc:docMk/>
            <pc:sldMk cId="396673881" sldId="256"/>
            <ac:spMk id="54" creationId="{6AC12D5C-861E-E931-B4AC-8E1F3BE444EF}"/>
          </ac:spMkLst>
        </pc:spChg>
        <pc:spChg chg="add mod">
          <ac:chgData name="Hendrik Hamann" userId="e3493400aa5eedcc" providerId="LiveId" clId="{9841BCCA-77C1-4E69-97CB-993A8CD1AE68}" dt="2025-10-12T13:52:48.320" v="1639" actId="1076"/>
          <ac:spMkLst>
            <pc:docMk/>
            <pc:sldMk cId="396673881" sldId="256"/>
            <ac:spMk id="55" creationId="{61290693-97FE-E3E7-6B01-8DCD26557E51}"/>
          </ac:spMkLst>
        </pc:spChg>
        <pc:spChg chg="add mod">
          <ac:chgData name="Hendrik Hamann" userId="e3493400aa5eedcc" providerId="LiveId" clId="{9841BCCA-77C1-4E69-97CB-993A8CD1AE68}" dt="2025-10-12T13:52:44.987" v="1638" actId="1076"/>
          <ac:spMkLst>
            <pc:docMk/>
            <pc:sldMk cId="396673881" sldId="256"/>
            <ac:spMk id="56" creationId="{02096A89-BE17-C0FB-5642-32E4028D06F5}"/>
          </ac:spMkLst>
        </pc:spChg>
        <pc:spChg chg="add mod">
          <ac:chgData name="Hendrik Hamann" userId="e3493400aa5eedcc" providerId="LiveId" clId="{9841BCCA-77C1-4E69-97CB-993A8CD1AE68}" dt="2025-10-12T13:53:34.668" v="1650" actId="1076"/>
          <ac:spMkLst>
            <pc:docMk/>
            <pc:sldMk cId="396673881" sldId="256"/>
            <ac:spMk id="57" creationId="{FFA54481-148D-C25C-6075-00C405C251F1}"/>
          </ac:spMkLst>
        </pc:spChg>
        <pc:spChg chg="add mod">
          <ac:chgData name="Hendrik Hamann" userId="e3493400aa5eedcc" providerId="LiveId" clId="{9841BCCA-77C1-4E69-97CB-993A8CD1AE68}" dt="2025-10-12T13:53:44.490" v="1654" actId="1076"/>
          <ac:spMkLst>
            <pc:docMk/>
            <pc:sldMk cId="396673881" sldId="256"/>
            <ac:spMk id="58" creationId="{B87F333E-A9DF-9BD9-C8D3-2E62436D4CBA}"/>
          </ac:spMkLst>
        </pc:spChg>
        <pc:graphicFrameChg chg="add del mod modGraphic">
          <ac:chgData name="Hendrik Hamann" userId="e3493400aa5eedcc" providerId="LiveId" clId="{9841BCCA-77C1-4E69-97CB-993A8CD1AE68}" dt="2025-10-12T17:37:38.582" v="1741" actId="478"/>
          <ac:graphicFrameMkLst>
            <pc:docMk/>
            <pc:sldMk cId="396673881" sldId="256"/>
            <ac:graphicFrameMk id="46" creationId="{F655EA4A-128C-71EE-A42B-33203C2A52E2}"/>
          </ac:graphicFrameMkLst>
        </pc:graphicFrameChg>
        <pc:picChg chg="add del mod">
          <ac:chgData name="Hendrik Hamann" userId="e3493400aa5eedcc" providerId="LiveId" clId="{9841BCCA-77C1-4E69-97CB-993A8CD1AE68}" dt="2025-10-12T17:36:49.125" v="1698" actId="478"/>
          <ac:picMkLst>
            <pc:docMk/>
            <pc:sldMk cId="396673881" sldId="256"/>
            <ac:picMk id="1026" creationId="{8B8A854C-D8E2-7593-BB33-E567682D75CF}"/>
          </ac:picMkLst>
        </pc:picChg>
        <pc:picChg chg="add mod">
          <ac:chgData name="Hendrik Hamann" userId="e3493400aa5eedcc" providerId="LiveId" clId="{9841BCCA-77C1-4E69-97CB-993A8CD1AE68}" dt="2025-10-12T17:37:33.440" v="1740" actId="14100"/>
          <ac:picMkLst>
            <pc:docMk/>
            <pc:sldMk cId="396673881" sldId="256"/>
            <ac:picMk id="1028" creationId="{D4ABBC7F-F867-15AB-AC26-BA0580B05A6D}"/>
          </ac:picMkLst>
        </pc:picChg>
        <pc:picChg chg="add">
          <ac:chgData name="Hendrik Hamann" userId="e3493400aa5eedcc" providerId="LiveId" clId="{9841BCCA-77C1-4E69-97CB-993A8CD1AE68}" dt="2025-10-12T17:39:37.129" v="1744"/>
          <ac:picMkLst>
            <pc:docMk/>
            <pc:sldMk cId="396673881" sldId="256"/>
            <ac:picMk id="1030" creationId="{190667E8-E5AD-6F97-6CF8-E34AC7B07DA6}"/>
          </ac:picMkLst>
        </pc:picChg>
      </pc:sldChg>
      <pc:sldChg chg="addSp delSp modSp mod">
        <pc:chgData name="Hendrik Hamann" userId="e3493400aa5eedcc" providerId="LiveId" clId="{9841BCCA-77C1-4E69-97CB-993A8CD1AE68}" dt="2025-10-12T19:26:14.040" v="1975" actId="1076"/>
        <pc:sldMkLst>
          <pc:docMk/>
          <pc:sldMk cId="2819114069" sldId="258"/>
        </pc:sldMkLst>
        <pc:spChg chg="mod">
          <ac:chgData name="Hendrik Hamann" userId="e3493400aa5eedcc" providerId="LiveId" clId="{9841BCCA-77C1-4E69-97CB-993A8CD1AE68}" dt="2025-10-11T18:16:35.852" v="1375" actId="20577"/>
          <ac:spMkLst>
            <pc:docMk/>
            <pc:sldMk cId="2819114069" sldId="258"/>
            <ac:spMk id="22" creationId="{37C39725-3B86-629A-15BB-51A6CB2C78A3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52" creationId="{962A2343-1B5C-AC25-F97F-30F11CCB5198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57" creationId="{FB9E6134-CE7D-39D6-1EFD-E390774B1FCC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62" creationId="{9F63CF32-0E64-CE7F-B269-519846F433DF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64" creationId="{296E9700-3185-4150-214C-ED4C0C38844E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67" creationId="{E614197C-1433-3A0B-90C2-E66B164DFE2A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73" creationId="{B514610A-9BE9-7966-59FD-78E7347C457E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95" creationId="{CAA79E85-402A-B1B7-E22E-6AC8D9429C09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96" creationId="{CB4ADF37-9E00-0C3E-2775-56CC4162CF0E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99" creationId="{0FA20262-2D8B-2F8D-7339-FC2A481B8029}"/>
          </ac:spMkLst>
        </pc:spChg>
        <pc:spChg chg="mod">
          <ac:chgData name="Hendrik Hamann" userId="e3493400aa5eedcc" providerId="LiveId" clId="{9841BCCA-77C1-4E69-97CB-993A8CD1AE68}" dt="2025-10-12T19:25:53.349" v="1966"/>
          <ac:spMkLst>
            <pc:docMk/>
            <pc:sldMk cId="2819114069" sldId="258"/>
            <ac:spMk id="103" creationId="{6300D04A-C236-295A-4723-C8141D4BCAE0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08" creationId="{7DA14A2C-A113-DAD7-EC5D-B7D119360237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09" creationId="{F8D6771B-AA1C-F1AA-1A20-172911EA9364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11" creationId="{FB9E6134-CE7D-39D6-1EFD-E390774B1FCC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14" creationId="{613C9C43-65C4-2304-5A4D-E812F16AE6EB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16" creationId="{9F63CF32-0E64-CE7F-B269-519846F433DF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18" creationId="{296E9700-3185-4150-214C-ED4C0C38844E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35" creationId="{13F55E22-6A85-DAC0-B88F-6318B60946D3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38" creationId="{A9DDDFC1-111B-8AAF-EE2B-C6C04CE4D0D3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40" creationId="{38328B16-838B-BCBE-964B-31F0DE1F77DA}"/>
          </ac:spMkLst>
        </pc:spChg>
        <pc:spChg chg="mod">
          <ac:chgData name="Hendrik Hamann" userId="e3493400aa5eedcc" providerId="LiveId" clId="{9841BCCA-77C1-4E69-97CB-993A8CD1AE68}" dt="2025-10-12T19:26:04.221" v="1970"/>
          <ac:spMkLst>
            <pc:docMk/>
            <pc:sldMk cId="2819114069" sldId="258"/>
            <ac:spMk id="151" creationId="{8974A809-2C44-2DAC-DF63-324CDA88392A}"/>
          </ac:spMkLst>
        </pc:spChg>
        <pc:grpChg chg="del mod">
          <ac:chgData name="Hendrik Hamann" userId="e3493400aa5eedcc" providerId="LiveId" clId="{9841BCCA-77C1-4E69-97CB-993A8CD1AE68}" dt="2025-10-12T19:26:02.096" v="1969" actId="21"/>
          <ac:grpSpMkLst>
            <pc:docMk/>
            <pc:sldMk cId="2819114069" sldId="258"/>
            <ac:grpSpMk id="50" creationId="{11DE839C-C543-3CD5-2E10-E9A7C81672C8}"/>
          </ac:grpSpMkLst>
        </pc:grpChg>
        <pc:picChg chg="add del mod">
          <ac:chgData name="Hendrik Hamann" userId="e3493400aa5eedcc" providerId="LiveId" clId="{9841BCCA-77C1-4E69-97CB-993A8CD1AE68}" dt="2025-10-12T19:25:12.887" v="1958" actId="478"/>
          <ac:picMkLst>
            <pc:docMk/>
            <pc:sldMk cId="2819114069" sldId="258"/>
            <ac:picMk id="49" creationId="{F637E467-EB5E-6D7A-20F1-4038A20F2F4F}"/>
          </ac:picMkLst>
        </pc:picChg>
        <pc:picChg chg="add mod">
          <ac:chgData name="Hendrik Hamann" userId="e3493400aa5eedcc" providerId="LiveId" clId="{9841BCCA-77C1-4E69-97CB-993A8CD1AE68}" dt="2025-10-12T19:26:14.040" v="1975" actId="1076"/>
          <ac:picMkLst>
            <pc:docMk/>
            <pc:sldMk cId="2819114069" sldId="258"/>
            <ac:picMk id="158" creationId="{1C95AEC3-E285-BE74-1786-3FA52E338E35}"/>
          </ac:picMkLst>
        </pc:picChg>
      </pc:sldChg>
      <pc:sldChg chg="addSp delSp modSp mod">
        <pc:chgData name="Hendrik Hamann" userId="e3493400aa5eedcc" providerId="LiveId" clId="{9841BCCA-77C1-4E69-97CB-993A8CD1AE68}" dt="2025-10-12T19:26:17.195" v="1976"/>
        <pc:sldMkLst>
          <pc:docMk/>
          <pc:sldMk cId="1189690292" sldId="259"/>
        </pc:sldMkLst>
        <pc:spChg chg="mod">
          <ac:chgData name="Hendrik Hamann" userId="e3493400aa5eedcc" providerId="LiveId" clId="{9841BCCA-77C1-4E69-97CB-993A8CD1AE68}" dt="2025-10-11T18:34:51.788" v="1580" actId="1038"/>
          <ac:spMkLst>
            <pc:docMk/>
            <pc:sldMk cId="1189690292" sldId="259"/>
            <ac:spMk id="5" creationId="{45B3068D-DACD-051A-3A06-CDE493592591}"/>
          </ac:spMkLst>
        </pc:spChg>
        <pc:spChg chg="mod">
          <ac:chgData name="Hendrik Hamann" userId="e3493400aa5eedcc" providerId="LiveId" clId="{9841BCCA-77C1-4E69-97CB-993A8CD1AE68}" dt="2025-10-11T18:34:51.788" v="1580" actId="1038"/>
          <ac:spMkLst>
            <pc:docMk/>
            <pc:sldMk cId="1189690292" sldId="259"/>
            <ac:spMk id="7" creationId="{2196DD8A-F986-3978-866F-4F9EDD579081}"/>
          </ac:spMkLst>
        </pc:spChg>
        <pc:spChg chg="mod">
          <ac:chgData name="Hendrik Hamann" userId="e3493400aa5eedcc" providerId="LiveId" clId="{9841BCCA-77C1-4E69-97CB-993A8CD1AE68}" dt="2025-10-11T18:34:51.788" v="1580" actId="1038"/>
          <ac:spMkLst>
            <pc:docMk/>
            <pc:sldMk cId="1189690292" sldId="259"/>
            <ac:spMk id="8" creationId="{C3552AFA-5AC4-5E38-113E-2E83EE23785C}"/>
          </ac:spMkLst>
        </pc:spChg>
        <pc:graphicFrameChg chg="mod">
          <ac:chgData name="Hendrik Hamann" userId="e3493400aa5eedcc" providerId="LiveId" clId="{9841BCCA-77C1-4E69-97CB-993A8CD1AE68}" dt="2025-10-11T18:34:51.788" v="1580" actId="1038"/>
          <ac:graphicFrameMkLst>
            <pc:docMk/>
            <pc:sldMk cId="1189690292" sldId="259"/>
            <ac:graphicFrameMk id="3" creationId="{752107E7-42B5-6346-8B3F-E4B7521C8F92}"/>
          </ac:graphicFrameMkLst>
        </pc:graphicFrameChg>
        <pc:picChg chg="add del mod">
          <ac:chgData name="Hendrik Hamann" userId="e3493400aa5eedcc" providerId="LiveId" clId="{9841BCCA-77C1-4E69-97CB-993A8CD1AE68}" dt="2025-10-12T19:25:17.152" v="1959" actId="478"/>
          <ac:picMkLst>
            <pc:docMk/>
            <pc:sldMk cId="1189690292" sldId="259"/>
            <ac:picMk id="4" creationId="{036357AC-43E7-EC20-4413-8EDBD2477DC8}"/>
          </ac:picMkLst>
        </pc:picChg>
        <pc:picChg chg="add mod">
          <ac:chgData name="Hendrik Hamann" userId="e3493400aa5eedcc" providerId="LiveId" clId="{9841BCCA-77C1-4E69-97CB-993A8CD1AE68}" dt="2025-10-12T19:26:17.195" v="1976"/>
          <ac:picMkLst>
            <pc:docMk/>
            <pc:sldMk cId="1189690292" sldId="259"/>
            <ac:picMk id="6" creationId="{0A3B13A2-104F-6454-BC24-21AA1EFCE206}"/>
          </ac:picMkLst>
        </pc:picChg>
      </pc:sldChg>
      <pc:sldChg chg="addSp delSp modSp mod">
        <pc:chgData name="Hendrik Hamann" userId="e3493400aa5eedcc" providerId="LiveId" clId="{9841BCCA-77C1-4E69-97CB-993A8CD1AE68}" dt="2025-10-12T19:26:19.099" v="1977"/>
        <pc:sldMkLst>
          <pc:docMk/>
          <pc:sldMk cId="3856394182" sldId="260"/>
        </pc:sldMkLst>
        <pc:spChg chg="add mod">
          <ac:chgData name="Hendrik Hamann" userId="e3493400aa5eedcc" providerId="LiveId" clId="{9841BCCA-77C1-4E69-97CB-993A8CD1AE68}" dt="2025-10-11T18:35:20.785" v="1584" actId="1076"/>
          <ac:spMkLst>
            <pc:docMk/>
            <pc:sldMk cId="3856394182" sldId="260"/>
            <ac:spMk id="3" creationId="{D410E7C3-6600-0B82-2AD8-4851A6FD65E9}"/>
          </ac:spMkLst>
        </pc:spChg>
        <pc:spChg chg="mod">
          <ac:chgData name="Hendrik Hamann" userId="e3493400aa5eedcc" providerId="LiveId" clId="{9841BCCA-77C1-4E69-97CB-993A8CD1AE68}" dt="2025-10-05T15:45:44.882" v="230" actId="20577"/>
          <ac:spMkLst>
            <pc:docMk/>
            <pc:sldMk cId="3856394182" sldId="260"/>
            <ac:spMk id="14" creationId="{64BF3B39-0597-7907-E7A8-F4991BFC96E1}"/>
          </ac:spMkLst>
        </pc:spChg>
        <pc:picChg chg="add del mod ord">
          <ac:chgData name="Hendrik Hamann" userId="e3493400aa5eedcc" providerId="LiveId" clId="{9841BCCA-77C1-4E69-97CB-993A8CD1AE68}" dt="2025-10-12T19:25:18.832" v="1960" actId="478"/>
          <ac:picMkLst>
            <pc:docMk/>
            <pc:sldMk cId="3856394182" sldId="260"/>
            <ac:picMk id="4" creationId="{29F5198E-1299-AE27-317A-986CC981106E}"/>
          </ac:picMkLst>
        </pc:picChg>
        <pc:picChg chg="add mod">
          <ac:chgData name="Hendrik Hamann" userId="e3493400aa5eedcc" providerId="LiveId" clId="{9841BCCA-77C1-4E69-97CB-993A8CD1AE68}" dt="2025-10-12T19:26:19.099" v="1977"/>
          <ac:picMkLst>
            <pc:docMk/>
            <pc:sldMk cId="3856394182" sldId="260"/>
            <ac:picMk id="5" creationId="{48FC2655-A660-3BE8-5244-8F216CF2B3AF}"/>
          </ac:picMkLst>
        </pc:picChg>
      </pc:sldChg>
      <pc:sldChg chg="addSp modSp mod">
        <pc:chgData name="Hendrik Hamann" userId="e3493400aa5eedcc" providerId="LiveId" clId="{9841BCCA-77C1-4E69-97CB-993A8CD1AE68}" dt="2025-10-05T15:48:55.385" v="255" actId="1076"/>
        <pc:sldMkLst>
          <pc:docMk/>
          <pc:sldMk cId="1279952519" sldId="262"/>
        </pc:sldMkLst>
        <pc:spChg chg="add mod">
          <ac:chgData name="Hendrik Hamann" userId="e3493400aa5eedcc" providerId="LiveId" clId="{9841BCCA-77C1-4E69-97CB-993A8CD1AE68}" dt="2025-10-05T15:44:15.312" v="172" actId="1076"/>
          <ac:spMkLst>
            <pc:docMk/>
            <pc:sldMk cId="1279952519" sldId="262"/>
            <ac:spMk id="4" creationId="{4A802C9B-8FDF-90EC-E0D7-E881E37E53A7}"/>
          </ac:spMkLst>
        </pc:spChg>
        <pc:spChg chg="add mod">
          <ac:chgData name="Hendrik Hamann" userId="e3493400aa5eedcc" providerId="LiveId" clId="{9841BCCA-77C1-4E69-97CB-993A8CD1AE68}" dt="2025-10-05T15:48:55.385" v="255" actId="1076"/>
          <ac:spMkLst>
            <pc:docMk/>
            <pc:sldMk cId="1279952519" sldId="262"/>
            <ac:spMk id="6" creationId="{B987D031-D6E6-A323-80AE-AA5E4E57FB15}"/>
          </ac:spMkLst>
        </pc:spChg>
        <pc:graphicFrameChg chg="modGraphic">
          <ac:chgData name="Hendrik Hamann" userId="e3493400aa5eedcc" providerId="LiveId" clId="{9841BCCA-77C1-4E69-97CB-993A8CD1AE68}" dt="2025-10-05T15:44:50.385" v="181" actId="20577"/>
          <ac:graphicFrameMkLst>
            <pc:docMk/>
            <pc:sldMk cId="1279952519" sldId="262"/>
            <ac:graphicFrameMk id="3" creationId="{0BF77348-7F65-2D2F-4896-EBCB258D9EE6}"/>
          </ac:graphicFrameMkLst>
        </pc:graphicFrameChg>
      </pc:sldChg>
      <pc:sldChg chg="addSp modSp">
        <pc:chgData name="Hendrik Hamann" userId="e3493400aa5eedcc" providerId="LiveId" clId="{9841BCCA-77C1-4E69-97CB-993A8CD1AE68}" dt="2025-10-12T19:26:20.382" v="1978"/>
        <pc:sldMkLst>
          <pc:docMk/>
          <pc:sldMk cId="2423079544" sldId="263"/>
        </pc:sldMkLst>
        <pc:picChg chg="add mod">
          <ac:chgData name="Hendrik Hamann" userId="e3493400aa5eedcc" providerId="LiveId" clId="{9841BCCA-77C1-4E69-97CB-993A8CD1AE68}" dt="2025-10-12T19:26:20.382" v="1978"/>
          <ac:picMkLst>
            <pc:docMk/>
            <pc:sldMk cId="2423079544" sldId="263"/>
            <ac:picMk id="3" creationId="{344A4EBA-7533-E960-EE64-91E116F8AE67}"/>
          </ac:picMkLst>
        </pc:picChg>
      </pc:sldChg>
      <pc:sldChg chg="addSp delSp modSp mod">
        <pc:chgData name="Hendrik Hamann" userId="e3493400aa5eedcc" providerId="LiveId" clId="{9841BCCA-77C1-4E69-97CB-993A8CD1AE68}" dt="2025-10-05T15:49:23.761" v="274"/>
        <pc:sldMkLst>
          <pc:docMk/>
          <pc:sldMk cId="2625974982" sldId="264"/>
        </pc:sldMkLst>
        <pc:spChg chg="add mod">
          <ac:chgData name="Hendrik Hamann" userId="e3493400aa5eedcc" providerId="LiveId" clId="{9841BCCA-77C1-4E69-97CB-993A8CD1AE68}" dt="2025-10-05T15:49:21.626" v="272" actId="20577"/>
          <ac:spMkLst>
            <pc:docMk/>
            <pc:sldMk cId="2625974982" sldId="264"/>
            <ac:spMk id="3" creationId="{70120CCE-6D60-8952-4223-7249735DF365}"/>
          </ac:spMkLst>
        </pc:spChg>
      </pc:sldChg>
      <pc:sldChg chg="addSp modSp mod">
        <pc:chgData name="Hendrik Hamann" userId="e3493400aa5eedcc" providerId="LiveId" clId="{9841BCCA-77C1-4E69-97CB-993A8CD1AE68}" dt="2025-10-05T15:49:40.085" v="282" actId="20577"/>
        <pc:sldMkLst>
          <pc:docMk/>
          <pc:sldMk cId="3313522193" sldId="265"/>
        </pc:sldMkLst>
        <pc:spChg chg="add mod">
          <ac:chgData name="Hendrik Hamann" userId="e3493400aa5eedcc" providerId="LiveId" clId="{9841BCCA-77C1-4E69-97CB-993A8CD1AE68}" dt="2025-10-05T15:49:40.085" v="282" actId="20577"/>
          <ac:spMkLst>
            <pc:docMk/>
            <pc:sldMk cId="3313522193" sldId="265"/>
            <ac:spMk id="3" creationId="{A6206D4C-C1D2-56A8-AE32-A4A7CFB326B9}"/>
          </ac:spMkLst>
        </pc:spChg>
      </pc:sldChg>
      <pc:sldChg chg="modSp mod">
        <pc:chgData name="Hendrik Hamann" userId="e3493400aa5eedcc" providerId="LiveId" clId="{9841BCCA-77C1-4E69-97CB-993A8CD1AE68}" dt="2025-10-06T12:29:27.613" v="1360" actId="20577"/>
        <pc:sldMkLst>
          <pc:docMk/>
          <pc:sldMk cId="1854961760" sldId="266"/>
        </pc:sldMkLst>
        <pc:graphicFrameChg chg="modGraphic">
          <ac:chgData name="Hendrik Hamann" userId="e3493400aa5eedcc" providerId="LiveId" clId="{9841BCCA-77C1-4E69-97CB-993A8CD1AE68}" dt="2025-10-06T12:29:27.613" v="1360" actId="20577"/>
          <ac:graphicFrameMkLst>
            <pc:docMk/>
            <pc:sldMk cId="1854961760" sldId="266"/>
            <ac:graphicFrameMk id="4" creationId="{93B3D7AF-875B-CD7A-E2D7-1BEEBD7C815F}"/>
          </ac:graphicFrameMkLst>
        </pc:graphicFrameChg>
      </pc:sldChg>
      <pc:sldChg chg="addSp delSp modSp new mod">
        <pc:chgData name="Hendrik Hamann" userId="e3493400aa5eedcc" providerId="LiveId" clId="{9841BCCA-77C1-4E69-97CB-993A8CD1AE68}" dt="2025-10-12T19:25:49.797" v="1965" actId="14100"/>
        <pc:sldMkLst>
          <pc:docMk/>
          <pc:sldMk cId="594988106" sldId="267"/>
        </pc:sldMkLst>
        <pc:spChg chg="del">
          <ac:chgData name="Hendrik Hamann" userId="e3493400aa5eedcc" providerId="LiveId" clId="{9841BCCA-77C1-4E69-97CB-993A8CD1AE68}" dt="2025-10-12T19:25:41.154" v="1963" actId="478"/>
          <ac:spMkLst>
            <pc:docMk/>
            <pc:sldMk cId="594988106" sldId="267"/>
            <ac:spMk id="2" creationId="{DDC01339-5725-DDC5-1916-70ADDE3A7AFE}"/>
          </ac:spMkLst>
        </pc:spChg>
        <pc:spChg chg="mod">
          <ac:chgData name="Hendrik Hamann" userId="e3493400aa5eedcc" providerId="LiveId" clId="{9841BCCA-77C1-4E69-97CB-993A8CD1AE68}" dt="2025-10-12T19:25:49.797" v="1965" actId="14100"/>
          <ac:spMkLst>
            <pc:docMk/>
            <pc:sldMk cId="594988106" sldId="267"/>
            <ac:spMk id="3" creationId="{603DAC7E-E946-4A4E-6FBB-78A415974CD4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20" creationId="{058353CB-D482-0A2A-56AF-C6EC354E8E56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23" creationId="{CA866595-7D32-D6B0-E83B-70C35E783227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26" creationId="{2429B6D9-091C-66D0-03B7-169C8A4347F0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29" creationId="{7C0B7AED-8852-C637-C6CF-094E8A004744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32" creationId="{2552C4D1-7890-6426-1164-A009C68AD82C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33" creationId="{F4553099-20A9-089D-0692-A5D4F435E549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39" creationId="{DC3EFF4C-04C0-1B9E-8A9C-670667D6DE51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44" creationId="{C5B61C58-8D38-CB5F-81AC-708796F8A804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45" creationId="{9EC5778B-0086-692E-763C-73804896AE5F}"/>
          </ac:spMkLst>
        </pc:spChg>
        <pc:spChg chg="mod">
          <ac:chgData name="Hendrik Hamann" userId="e3493400aa5eedcc" providerId="LiveId" clId="{9841BCCA-77C1-4E69-97CB-993A8CD1AE68}" dt="2025-10-12T19:25:34.508" v="1962"/>
          <ac:spMkLst>
            <pc:docMk/>
            <pc:sldMk cId="594988106" sldId="267"/>
            <ac:spMk id="47" creationId="{C9FF7EBF-C24A-3FD4-FBA5-179910656190}"/>
          </ac:spMkLst>
        </pc:spChg>
        <pc:grpChg chg="mod">
          <ac:chgData name="Hendrik Hamann" userId="e3493400aa5eedcc" providerId="LiveId" clId="{9841BCCA-77C1-4E69-97CB-993A8CD1AE68}" dt="2025-10-12T19:25:44.971" v="1964" actId="1076"/>
          <ac:grpSpMkLst>
            <pc:docMk/>
            <pc:sldMk cId="594988106" sldId="267"/>
            <ac:grpSpMk id="4" creationId="{180468EA-9F1C-3B7E-661E-1105F72DDE9F}"/>
          </ac:grpSpMkLst>
        </pc:grpChg>
      </pc:sldChg>
      <pc:sldChg chg="addSp delSp modSp new mod ord">
        <pc:chgData name="Hendrik Hamann" userId="e3493400aa5eedcc" providerId="LiveId" clId="{9841BCCA-77C1-4E69-97CB-993A8CD1AE68}" dt="2025-10-12T19:26:48.473" v="1981"/>
        <pc:sldMkLst>
          <pc:docMk/>
          <pc:sldMk cId="2751295353" sldId="268"/>
        </pc:sldMkLst>
        <pc:spChg chg="mod">
          <ac:chgData name="Hendrik Hamann" userId="e3493400aa5eedcc" providerId="LiveId" clId="{9841BCCA-77C1-4E69-97CB-993A8CD1AE68}" dt="2025-10-06T12:32:31.472" v="1366" actId="20577"/>
          <ac:spMkLst>
            <pc:docMk/>
            <pc:sldMk cId="2751295353" sldId="268"/>
            <ac:spMk id="2" creationId="{5C9F3684-39AE-F819-770A-44BB814B604E}"/>
          </ac:spMkLst>
        </pc:spChg>
        <pc:spChg chg="add mod">
          <ac:chgData name="Hendrik Hamann" userId="e3493400aa5eedcc" providerId="LiveId" clId="{9841BCCA-77C1-4E69-97CB-993A8CD1AE68}" dt="2025-10-05T16:35:05.877" v="1286" actId="14100"/>
          <ac:spMkLst>
            <pc:docMk/>
            <pc:sldMk cId="2751295353" sldId="268"/>
            <ac:spMk id="4" creationId="{A702BD7D-D6D4-1AAC-7496-AAD289B43DE2}"/>
          </ac:spMkLst>
        </pc:spChg>
        <pc:spChg chg="add mod ord topLvl">
          <ac:chgData name="Hendrik Hamann" userId="e3493400aa5eedcc" providerId="LiveId" clId="{9841BCCA-77C1-4E69-97CB-993A8CD1AE68}" dt="2025-10-05T16:35:39.137" v="1289" actId="165"/>
          <ac:spMkLst>
            <pc:docMk/>
            <pc:sldMk cId="2751295353" sldId="268"/>
            <ac:spMk id="5" creationId="{4D92CFC3-0102-220D-D6A3-BB7867AE9F46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6" creationId="{C9E9591C-8EBC-85EE-3B95-EABEA79318AF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11" creationId="{0F028331-8F39-E389-A33C-968F688AD004}"/>
          </ac:spMkLst>
        </pc:spChg>
        <pc:spChg chg="add mod topLvl">
          <ac:chgData name="Hendrik Hamann" userId="e3493400aa5eedcc" providerId="LiveId" clId="{9841BCCA-77C1-4E69-97CB-993A8CD1AE68}" dt="2025-10-05T16:36:26.174" v="1316" actId="1038"/>
          <ac:spMkLst>
            <pc:docMk/>
            <pc:sldMk cId="2751295353" sldId="268"/>
            <ac:spMk id="12" creationId="{6A9E595E-AD28-CF5A-7CB9-E57147AD4997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15" creationId="{A8B913E9-D04C-81AE-8CE3-0322F1209B74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22" creationId="{9731AED8-8BF7-73A0-5239-BC6C753E44AC}"/>
          </ac:spMkLst>
        </pc:spChg>
        <pc:spChg chg="add mod or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23" creationId="{102E2678-4FCB-2044-1DB6-08210423FB70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24" creationId="{C3620B34-BE73-B904-1442-2DEEAEA95201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25" creationId="{FB87A49F-40BF-EAF4-5540-3E0D795ABC9A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32" creationId="{4E248048-1A07-4BF4-5D45-14BC58B9CD1A}"/>
          </ac:spMkLst>
        </pc:spChg>
        <pc:spChg chg="add mod">
          <ac:chgData name="Hendrik Hamann" userId="e3493400aa5eedcc" providerId="LiveId" clId="{9841BCCA-77C1-4E69-97CB-993A8CD1AE68}" dt="2025-10-05T16:33:30.571" v="1221" actId="1038"/>
          <ac:spMkLst>
            <pc:docMk/>
            <pc:sldMk cId="2751295353" sldId="268"/>
            <ac:spMk id="34" creationId="{13D20AF4-456A-9886-B878-D3DE077995F7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36" creationId="{147D0955-71EF-B226-F215-2359ADC83DA3}"/>
          </ac:spMkLst>
        </pc:spChg>
        <pc:spChg chg="add mod ord">
          <ac:chgData name="Hendrik Hamann" userId="e3493400aa5eedcc" providerId="LiveId" clId="{9841BCCA-77C1-4E69-97CB-993A8CD1AE68}" dt="2025-10-05T16:35:12.323" v="1288" actId="14100"/>
          <ac:spMkLst>
            <pc:docMk/>
            <pc:sldMk cId="2751295353" sldId="268"/>
            <ac:spMk id="38" creationId="{A80FF39E-3890-64AD-BE0A-D2171242D600}"/>
          </ac:spMkLst>
        </pc:spChg>
        <pc:spChg chg="add mod">
          <ac:chgData name="Hendrik Hamann" userId="e3493400aa5eedcc" providerId="LiveId" clId="{9841BCCA-77C1-4E69-97CB-993A8CD1AE68}" dt="2025-10-05T16:36:26.174" v="1316" actId="1038"/>
          <ac:spMkLst>
            <pc:docMk/>
            <pc:sldMk cId="2751295353" sldId="268"/>
            <ac:spMk id="39" creationId="{38CEDA9D-3E6E-4D7A-3C0F-54D3204B02DB}"/>
          </ac:spMkLst>
        </pc:spChg>
        <pc:spChg chg="add mod">
          <ac:chgData name="Hendrik Hamann" userId="e3493400aa5eedcc" providerId="LiveId" clId="{9841BCCA-77C1-4E69-97CB-993A8CD1AE68}" dt="2025-10-11T18:10:07.357" v="1369" actId="164"/>
          <ac:spMkLst>
            <pc:docMk/>
            <pc:sldMk cId="2751295353" sldId="268"/>
            <ac:spMk id="41" creationId="{40B52A8D-416A-FBFF-3D9B-8C70D893E163}"/>
          </ac:spMkLst>
        </pc:spChg>
        <pc:picChg chg="add mod modCrop">
          <ac:chgData name="Hendrik Hamann" userId="e3493400aa5eedcc" providerId="LiveId" clId="{9841BCCA-77C1-4E69-97CB-993A8CD1AE68}" dt="2025-10-11T18:10:20.026" v="1373" actId="732"/>
          <ac:picMkLst>
            <pc:docMk/>
            <pc:sldMk cId="2751295353" sldId="268"/>
            <ac:picMk id="31" creationId="{8CFE53B8-015F-E73D-5170-6F15CF2D2802}"/>
          </ac:picMkLst>
        </pc:picChg>
      </pc:sldChg>
      <pc:sldChg chg="addSp delSp modSp new mod ord">
        <pc:chgData name="Hendrik Hamann" userId="e3493400aa5eedcc" providerId="LiveId" clId="{9841BCCA-77C1-4E69-97CB-993A8CD1AE68}" dt="2025-10-12T19:27:37.332" v="2028"/>
        <pc:sldMkLst>
          <pc:docMk/>
          <pc:sldMk cId="422045306" sldId="269"/>
        </pc:sldMkLst>
        <pc:spChg chg="mod">
          <ac:chgData name="Hendrik Hamann" userId="e3493400aa5eedcc" providerId="LiveId" clId="{9841BCCA-77C1-4E69-97CB-993A8CD1AE68}" dt="2025-10-06T00:59:22.358" v="1333" actId="20577"/>
          <ac:spMkLst>
            <pc:docMk/>
            <pc:sldMk cId="422045306" sldId="269"/>
            <ac:spMk id="2" creationId="{308144A8-0EE0-4FDF-344D-C6F25030B2FC}"/>
          </ac:spMkLst>
        </pc:spChg>
        <pc:picChg chg="add">
          <ac:chgData name="Hendrik Hamann" userId="e3493400aa5eedcc" providerId="LiveId" clId="{9841BCCA-77C1-4E69-97CB-993A8CD1AE68}" dt="2025-10-06T01:05:14.595" v="1340"/>
          <ac:picMkLst>
            <pc:docMk/>
            <pc:sldMk cId="422045306" sldId="269"/>
            <ac:picMk id="1028" creationId="{5DCC73A8-F4E1-663E-9386-07421DA0E259}"/>
          </ac:picMkLst>
        </pc:picChg>
      </pc:sldChg>
      <pc:sldChg chg="addSp delSp add ord">
        <pc:chgData name="Hendrik Hamann" userId="e3493400aa5eedcc" providerId="LiveId" clId="{9841BCCA-77C1-4E69-97CB-993A8CD1AE68}" dt="2025-10-12T19:27:39.262" v="2030"/>
        <pc:sldMkLst>
          <pc:docMk/>
          <pc:sldMk cId="2990378093" sldId="270"/>
        </pc:sldMkLst>
        <pc:picChg chg="add">
          <ac:chgData name="Hendrik Hamann" userId="e3493400aa5eedcc" providerId="LiveId" clId="{9841BCCA-77C1-4E69-97CB-993A8CD1AE68}" dt="2025-10-06T01:05:46.377" v="1343"/>
          <ac:picMkLst>
            <pc:docMk/>
            <pc:sldMk cId="2990378093" sldId="270"/>
            <ac:picMk id="2050" creationId="{0574104D-786F-D833-5988-A1F8628A69EA}"/>
          </ac:picMkLst>
        </pc:picChg>
      </pc:sldChg>
      <pc:sldChg chg="addSp delSp modSp add">
        <pc:chgData name="Hendrik Hamann" userId="e3493400aa5eedcc" providerId="LiveId" clId="{9841BCCA-77C1-4E69-97CB-993A8CD1AE68}" dt="2025-10-12T19:25:26.921" v="1961" actId="164"/>
        <pc:sldMkLst>
          <pc:docMk/>
          <pc:sldMk cId="956342422" sldId="271"/>
        </pc:sldMkLst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48" creationId="{A809FE52-A6DF-A57D-D13F-8FCECA0EA1CE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49" creationId="{E53BD661-8E3A-14E2-8DB0-8B21AE62ECD0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0" creationId="{154BEDBB-EDEC-2D17-F988-4649721BEA8A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1" creationId="{20E4B316-C82E-5DBB-7CC2-54D54700D2A6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2" creationId="{6FF9CBAA-3D0B-A7B9-84F0-ACCBB98E01D8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4" creationId="{4120C901-5DFB-7A34-1CCA-7A91D3F21D25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5" creationId="{F725DE93-8330-F6C1-584B-1B593B36D83C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6" creationId="{E09974C7-C4FA-BACC-802C-BADA39AEAC4D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7" creationId="{1DAD514C-F9F7-B0C8-9CAD-05203ED80B3C}"/>
          </ac:spMkLst>
        </pc:spChg>
        <pc:spChg chg="mod">
          <ac:chgData name="Hendrik Hamann" userId="e3493400aa5eedcc" providerId="LiveId" clId="{9841BCCA-77C1-4E69-97CB-993A8CD1AE68}" dt="2025-10-12T19:25:26.921" v="1961" actId="164"/>
          <ac:spMkLst>
            <pc:docMk/>
            <pc:sldMk cId="956342422" sldId="271"/>
            <ac:spMk id="58" creationId="{9E84AE18-7097-E9D2-8754-FE11A54F230F}"/>
          </ac:spMkLst>
        </pc:spChg>
        <pc:picChg chg="del">
          <ac:chgData name="Hendrik Hamann" userId="e3493400aa5eedcc" providerId="LiveId" clId="{9841BCCA-77C1-4E69-97CB-993A8CD1AE68}" dt="2025-10-12T17:37:45.193" v="1743" actId="478"/>
          <ac:picMkLst>
            <pc:docMk/>
            <pc:sldMk cId="956342422" sldId="271"/>
            <ac:picMk id="1028" creationId="{F22602E2-29D0-9EC6-02F8-711F068E1B50}"/>
          </ac:picMkLst>
        </pc:picChg>
      </pc:sldChg>
      <pc:sldChg chg="addSp delSp modSp add mod">
        <pc:chgData name="Hendrik Hamann" userId="e3493400aa5eedcc" providerId="LiveId" clId="{9841BCCA-77C1-4E69-97CB-993A8CD1AE68}" dt="2025-10-12T19:24:39.565" v="1957" actId="167"/>
        <pc:sldMkLst>
          <pc:docMk/>
          <pc:sldMk cId="491231717" sldId="272"/>
        </pc:sldMkLst>
        <pc:spChg chg="add mod">
          <ac:chgData name="Hendrik Hamann" userId="e3493400aa5eedcc" providerId="LiveId" clId="{9841BCCA-77C1-4E69-97CB-993A8CD1AE68}" dt="2025-10-12T17:42:50.461" v="1804" actId="1076"/>
          <ac:spMkLst>
            <pc:docMk/>
            <pc:sldMk cId="491231717" sldId="272"/>
            <ac:spMk id="2" creationId="{7E29C310-3A96-1802-B4A5-BE1343ACBBD1}"/>
          </ac:spMkLst>
        </pc:spChg>
        <pc:picChg chg="add mod ord">
          <ac:chgData name="Hendrik Hamann" userId="e3493400aa5eedcc" providerId="LiveId" clId="{9841BCCA-77C1-4E69-97CB-993A8CD1AE68}" dt="2025-10-12T19:24:39.565" v="1957" actId="167"/>
          <ac:picMkLst>
            <pc:docMk/>
            <pc:sldMk cId="491231717" sldId="272"/>
            <ac:picMk id="46" creationId="{48DDD404-E7FD-CF92-E150-5313C7AF07BF}"/>
          </ac:picMkLst>
        </pc:picChg>
        <pc:picChg chg="del mod">
          <ac:chgData name="Hendrik Hamann" userId="e3493400aa5eedcc" providerId="LiveId" clId="{9841BCCA-77C1-4E69-97CB-993A8CD1AE68}" dt="2025-10-12T19:15:38.449" v="1857" actId="478"/>
          <ac:picMkLst>
            <pc:docMk/>
            <pc:sldMk cId="491231717" sldId="272"/>
            <ac:picMk id="1028" creationId="{09274D66-6F45-B75C-DEA8-82298DF8780A}"/>
          </ac:picMkLst>
        </pc:picChg>
        <pc:picChg chg="del mod">
          <ac:chgData name="Hendrik Hamann" userId="e3493400aa5eedcc" providerId="LiveId" clId="{9841BCCA-77C1-4E69-97CB-993A8CD1AE68}" dt="2025-10-12T17:40:51.152" v="1755" actId="478"/>
          <ac:picMkLst>
            <pc:docMk/>
            <pc:sldMk cId="491231717" sldId="272"/>
            <ac:picMk id="1030" creationId="{A75AF7E5-8D3A-DD9E-718D-6562D927479E}"/>
          </ac:picMkLst>
        </pc:picChg>
      </pc:sldChg>
      <pc:sldChg chg="addSp delSp modSp add mod">
        <pc:chgData name="Hendrik Hamann" userId="e3493400aa5eedcc" providerId="LiveId" clId="{9841BCCA-77C1-4E69-97CB-993A8CD1AE68}" dt="2025-10-12T19:23:46.486" v="1950" actId="29295"/>
        <pc:sldMkLst>
          <pc:docMk/>
          <pc:sldMk cId="2238335924" sldId="273"/>
        </pc:sldMkLst>
        <pc:spChg chg="add mod">
          <ac:chgData name="Hendrik Hamann" userId="e3493400aa5eedcc" providerId="LiveId" clId="{9841BCCA-77C1-4E69-97CB-993A8CD1AE68}" dt="2025-10-12T19:18:38.135" v="1899" actId="20577"/>
          <ac:spMkLst>
            <pc:docMk/>
            <pc:sldMk cId="2238335924" sldId="273"/>
            <ac:spMk id="2" creationId="{3988D409-CC61-2D01-B1AF-842909A4FF60}"/>
          </ac:spMkLst>
        </pc:spChg>
        <pc:picChg chg="add mod">
          <ac:chgData name="Hendrik Hamann" userId="e3493400aa5eedcc" providerId="LiveId" clId="{9841BCCA-77C1-4E69-97CB-993A8CD1AE68}" dt="2025-10-12T19:23:46.486" v="1950" actId="29295"/>
          <ac:picMkLst>
            <pc:docMk/>
            <pc:sldMk cId="2238335924" sldId="273"/>
            <ac:picMk id="46" creationId="{D0F5E40D-30B5-E09E-1CDD-FAE4116B5196}"/>
          </ac:picMkLst>
        </pc:picChg>
        <pc:picChg chg="del">
          <ac:chgData name="Hendrik Hamann" userId="e3493400aa5eedcc" providerId="LiveId" clId="{9841BCCA-77C1-4E69-97CB-993A8CD1AE68}" dt="2025-10-12T17:41:49.341" v="1757" actId="478"/>
          <ac:picMkLst>
            <pc:docMk/>
            <pc:sldMk cId="2238335924" sldId="273"/>
            <ac:picMk id="1028" creationId="{DD375DF3-4A47-16A1-5FDC-47C21BEF365F}"/>
          </ac:picMkLst>
        </pc:picChg>
        <pc:picChg chg="del mod">
          <ac:chgData name="Hendrik Hamann" userId="e3493400aa5eedcc" providerId="LiveId" clId="{9841BCCA-77C1-4E69-97CB-993A8CD1AE68}" dt="2025-10-12T19:15:43.256" v="1858" actId="478"/>
          <ac:picMkLst>
            <pc:docMk/>
            <pc:sldMk cId="2238335924" sldId="273"/>
            <ac:picMk id="1030" creationId="{43A8BA9C-9682-8C89-127A-67F9399ECEAC}"/>
          </ac:picMkLst>
        </pc:picChg>
      </pc:sldChg>
      <pc:sldChg chg="add">
        <pc:chgData name="Hendrik Hamann" userId="e3493400aa5eedcc" providerId="LiveId" clId="{9841BCCA-77C1-4E69-97CB-993A8CD1AE68}" dt="2025-10-12T19:07:54.932" v="1811"/>
        <pc:sldMkLst>
          <pc:docMk/>
          <pc:sldMk cId="2306069470" sldId="274"/>
        </pc:sldMkLst>
      </pc:sldChg>
      <pc:sldChg chg="addSp delSp modSp add mod ord">
        <pc:chgData name="Hendrik Hamann" userId="e3493400aa5eedcc" providerId="LiveId" clId="{9841BCCA-77C1-4E69-97CB-993A8CD1AE68}" dt="2025-10-12T19:18:31.498" v="1896"/>
        <pc:sldMkLst>
          <pc:docMk/>
          <pc:sldMk cId="909335941" sldId="275"/>
        </pc:sldMkLst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48" creationId="{3613B3DE-BEEA-9B20-DFC1-C68786F986A6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49" creationId="{411DA9E1-1E87-5174-CD55-ACA7E2E6BA79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0" creationId="{0C2C6B0A-CDA9-7660-8BE0-0041EF0F7943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1" creationId="{6C4D0263-BE1F-A597-5713-4FA1DE6F3C48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2" creationId="{FC3208A8-27F3-3574-3070-58B591F5C549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3" creationId="{2EED8853-CFC8-EC46-EA3F-026B5A8E7F13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4" creationId="{FC8432E2-0D77-B186-F333-25ECA8CDF1B1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6" creationId="{967D27A2-2FD2-DC7F-2C83-A6493E64310D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7" creationId="{54AD7562-4E1D-480B-EFE2-3C32514524B3}"/>
          </ac:spMkLst>
        </pc:spChg>
        <pc:spChg chg="mod">
          <ac:chgData name="Hendrik Hamann" userId="e3493400aa5eedcc" providerId="LiveId" clId="{9841BCCA-77C1-4E69-97CB-993A8CD1AE68}" dt="2025-10-12T19:15:53.609" v="1859" actId="164"/>
          <ac:spMkLst>
            <pc:docMk/>
            <pc:sldMk cId="909335941" sldId="275"/>
            <ac:spMk id="58" creationId="{50C8113E-D775-7B6E-C41C-033CAA1C94AF}"/>
          </ac:spMkLst>
        </pc:spChg>
        <pc:picChg chg="add del mod">
          <ac:chgData name="Hendrik Hamann" userId="e3493400aa5eedcc" providerId="LiveId" clId="{9841BCCA-77C1-4E69-97CB-993A8CD1AE68}" dt="2025-10-12T19:13:55.105" v="1849" actId="478"/>
          <ac:picMkLst>
            <pc:docMk/>
            <pc:sldMk cId="909335941" sldId="275"/>
            <ac:picMk id="34" creationId="{A8CC7116-776F-3F93-3FC6-7FC318314A40}"/>
          </ac:picMkLst>
        </pc:picChg>
        <pc:picChg chg="add del mod">
          <ac:chgData name="Hendrik Hamann" userId="e3493400aa5eedcc" providerId="LiveId" clId="{9841BCCA-77C1-4E69-97CB-993A8CD1AE68}" dt="2025-10-12T19:13:57.648" v="1850" actId="478"/>
          <ac:picMkLst>
            <pc:docMk/>
            <pc:sldMk cId="909335941" sldId="275"/>
            <ac:picMk id="47" creationId="{B7AB3CCC-8299-3CA4-6EF7-457EBBF82F1C}"/>
          </ac:picMkLst>
        </pc:picChg>
        <pc:picChg chg="add del mod">
          <ac:chgData name="Hendrik Hamann" userId="e3493400aa5eedcc" providerId="LiveId" clId="{9841BCCA-77C1-4E69-97CB-993A8CD1AE68}" dt="2025-10-12T19:18:25.630" v="1894" actId="478"/>
          <ac:picMkLst>
            <pc:docMk/>
            <pc:sldMk cId="909335941" sldId="275"/>
            <ac:picMk id="61" creationId="{87EC0CC5-89C9-9659-6271-B51B091C00D8}"/>
          </ac:picMkLst>
        </pc:picChg>
      </pc:sldChg>
      <pc:sldChg chg="addSp delSp modSp new mod ord modNotesTx">
        <pc:chgData name="Hendrik Hamann" userId="e3493400aa5eedcc" providerId="LiveId" clId="{9841BCCA-77C1-4E69-97CB-993A8CD1AE68}" dt="2025-10-13T12:18:00.322" v="2082" actId="20577"/>
        <pc:sldMkLst>
          <pc:docMk/>
          <pc:sldMk cId="1869563745" sldId="276"/>
        </pc:sldMkLst>
        <pc:spChg chg="mod">
          <ac:chgData name="Hendrik Hamann" userId="e3493400aa5eedcc" providerId="LiveId" clId="{9841BCCA-77C1-4E69-97CB-993A8CD1AE68}" dt="2025-10-12T19:27:29.721" v="2026" actId="20577"/>
          <ac:spMkLst>
            <pc:docMk/>
            <pc:sldMk cId="1869563745" sldId="276"/>
            <ac:spMk id="2" creationId="{84B47E3D-F2BB-63BA-74EC-F5D2234F7751}"/>
          </ac:spMkLst>
        </pc:spChg>
        <pc:spChg chg="del">
          <ac:chgData name="Hendrik Hamann" userId="e3493400aa5eedcc" providerId="LiveId" clId="{9841BCCA-77C1-4E69-97CB-993A8CD1AE68}" dt="2025-10-12T19:26:58.474" v="1984" actId="478"/>
          <ac:spMkLst>
            <pc:docMk/>
            <pc:sldMk cId="1869563745" sldId="276"/>
            <ac:spMk id="3" creationId="{78D603A3-19E0-573F-5E55-FECC374183F4}"/>
          </ac:spMkLst>
        </pc:spChg>
        <pc:picChg chg="add mod">
          <ac:chgData name="Hendrik Hamann" userId="e3493400aa5eedcc" providerId="LiveId" clId="{9841BCCA-77C1-4E69-97CB-993A8CD1AE68}" dt="2025-10-12T19:27:09.025" v="1987" actId="14100"/>
          <ac:picMkLst>
            <pc:docMk/>
            <pc:sldMk cId="1869563745" sldId="276"/>
            <ac:picMk id="4" creationId="{56765E4A-8E99-9F20-517E-F4EC890EC8C0}"/>
          </ac:picMkLst>
        </pc:picChg>
      </pc:sldChg>
      <pc:sldChg chg="new">
        <pc:chgData name="Hendrik Hamann" userId="e3493400aa5eedcc" providerId="LiveId" clId="{9841BCCA-77C1-4E69-97CB-993A8CD1AE68}" dt="2025-10-12T19:27:43.013" v="2031" actId="680"/>
        <pc:sldMkLst>
          <pc:docMk/>
          <pc:sldMk cId="2267259342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67163" y="0"/>
            <a:ext cx="303530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A7C5DF-C1EC-496D-A809-A3CBCA394B97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1162050"/>
            <a:ext cx="5575300" cy="31353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088" y="4470400"/>
            <a:ext cx="5603875" cy="36591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67163" y="8824913"/>
            <a:ext cx="3035300" cy="4651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FE130-3550-4C4F-BB57-E3478F578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72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x 24 x 11 x 15 = 20,000 PF</a:t>
            </a:r>
          </a:p>
          <a:p>
            <a:r>
              <a:rPr lang="en-US" dirty="0"/>
              <a:t>5 x 24  x 11 ~ 1200 PF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FE130-3550-4C4F-BB57-E3478F578ED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485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EFE130-3550-4C4F-BB57-E3478F578ED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4A10E-B960-A884-73EC-65051A9FA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IBM Plex Mono Light" panose="020B04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E32D84-2272-FBBD-353A-C8D6030DB6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93F71-35DD-372A-DCC1-91378D40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EBE38-F3F0-196C-08C2-B66DDEE0D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D9362-7A2D-787E-B8A9-99C0B64A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04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309C4-F3EC-897E-9F7F-9835DAE1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D85A6-EC2F-3F0A-4A99-8DB07135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4F184-418D-A126-0EE5-40A562305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0217-CE79-2070-EAA1-C104D75D7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A8DE26-E96F-CA4E-477F-9EE23DAF4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8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12D5F-A592-02B4-AF2F-21CCDF5BF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E2B38-91B1-B5F4-7BDE-653F3C967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7B4B0-3582-55AD-FB8E-5267DB396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892FF-321B-DCAA-53DA-D4EE6BDC0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3DE7F-DC0B-E80F-7313-105E1512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40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1988-1BA9-F00F-36F9-5E91539B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9C6A8-96D9-E0B8-A81C-6EF04B0EB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BBEC2-CC14-4BF6-063D-22931BE9C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1206DB-8289-1B16-FCD6-FBFEF7F36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9D173-9C60-D627-6FF0-E0AD08492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AB811-CC5E-A96E-4CE9-89817EE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93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EEB2-0B07-A564-DC08-2E1A13F0B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F8D45-35C9-7722-DFA0-F3830CAA9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0ADB1-383D-8F6F-B636-EA137E4F0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9B48C9-FA42-F194-C122-A0E6F1FA67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87EDD2-CC07-2B4A-835E-400A2AB5D9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9754B0-F763-3324-D378-FEA43031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25531D-D3FB-30CA-F353-C773EA304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CAB65B-8166-C7AE-6196-5978F2A6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2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EC38-2D53-E9A8-6D2D-A427346B8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398D2-E336-7874-FB93-37F0B321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DE211-18B3-11CE-1AA0-5FF7905B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64E1C-B7AF-6B54-96B5-E70E89FC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165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8ED0-F440-7AF3-7D40-54D05A2A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7A50F-833A-C572-31E5-4F143298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677C0-42A0-A514-5D50-11D1A9D1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A58C-4086-B231-53F0-CE2416997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E1FC1-1E68-924A-00DC-58E58ABBF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124BB-2C01-4EE9-423E-BC6CBA618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E98153-8782-0C4B-D584-DC56D467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09F6C-C821-B1EB-2C87-FC910CD04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F15C8-B960-F9F7-F167-412E2A6E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10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6A92-52AA-C9C2-C09C-38F89F34E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839C9-60FC-F343-5B84-A3C5BB076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E96F2-B5F8-EC06-EC6F-0E02F5BE4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85391-DDAB-56FB-5F61-B6FCF7BB5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923D8-BBAB-1C17-7DCA-F1C35823E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FCA15-9676-FB99-6537-B78AA26E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52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2AAFC-6C13-3D91-F5DB-5B505FF91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97B57-12D0-20AA-932D-62E9B97A1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57151-87F9-939D-C1EA-E9352440D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B4C3A-61B7-7FD4-A0C7-C1EE2C44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B5142-48CE-2B53-FEB4-0AB04F6F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2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AE22F-F8E7-BA14-15BF-E4405AD4FB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281989-95D0-EE3F-D9A8-5556124725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D6FD5-633B-2DCD-3023-6BD437C97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6045A-D9AC-8140-B0B2-7E65B534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2BA92-753B-6672-B806-37AF6F26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8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24AC2-A0F0-FEEB-5BF3-D8797AF3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1665B-8082-6218-3921-7D41C1BBF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9102E-7507-63D7-6B79-7BEBCF4D6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D635C-305C-43EA-83EA-E32FC2E16F5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C9DE4-6BD6-BEDB-68C3-670374810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86C4E-1675-5B60-F1D0-EBAD3A033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2D9E2C-1A8C-4C10-8F31-92EC2332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81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IBM Plex Mono Light" panose="020B0409050203000203" pitchFamily="49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A2F9-C9C2-81B8-6357-CBF88CA7F6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US" dirty="0"/>
              <a:t>Data Center Hosting Maps</a:t>
            </a:r>
          </a:p>
        </p:txBody>
      </p:sp>
    </p:spTree>
    <p:extLst>
      <p:ext uri="{BB962C8B-B14F-4D97-AF65-F5344CB8AC3E}">
        <p14:creationId xmlns:p14="http://schemas.microsoft.com/office/powerpoint/2010/main" val="908613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DAC7E-E946-4A4E-6FBB-78A415974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150194" cy="4351338"/>
          </a:xfrm>
        </p:spPr>
        <p:txBody>
          <a:bodyPr/>
          <a:lstStyle/>
          <a:p>
            <a:r>
              <a:rPr lang="en-US" dirty="0"/>
              <a:t>Start with a simple grid – IEEE14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80468EA-9F1C-3B7E-661E-1105F72DDE9F}"/>
              </a:ext>
            </a:extLst>
          </p:cNvPr>
          <p:cNvGrpSpPr/>
          <p:nvPr/>
        </p:nvGrpSpPr>
        <p:grpSpPr>
          <a:xfrm>
            <a:off x="4396145" y="0"/>
            <a:ext cx="7934371" cy="6885822"/>
            <a:chOff x="2205839" y="-10150"/>
            <a:chExt cx="7934371" cy="688582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0CC6EEC-D5BA-9F92-6D6A-378771A8699D}"/>
                </a:ext>
              </a:extLst>
            </p:cNvPr>
            <p:cNvGrpSpPr/>
            <p:nvPr/>
          </p:nvGrpSpPr>
          <p:grpSpPr>
            <a:xfrm>
              <a:off x="2205839" y="-10150"/>
              <a:ext cx="7934371" cy="6878300"/>
              <a:chOff x="2205839" y="-10150"/>
              <a:chExt cx="7934371" cy="6878300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5D1A34CE-3B3E-ABD5-DEF2-30BA6578E6C2}"/>
                  </a:ext>
                </a:extLst>
              </p:cNvPr>
              <p:cNvGrpSpPr/>
              <p:nvPr/>
            </p:nvGrpSpPr>
            <p:grpSpPr>
              <a:xfrm>
                <a:off x="2205839" y="-10150"/>
                <a:ext cx="7934371" cy="6868150"/>
                <a:chOff x="2205839" y="-10150"/>
                <a:chExt cx="7934371" cy="686815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C1EF43C-CD22-C41D-0F9E-605C906EFE1B}"/>
                    </a:ext>
                  </a:extLst>
                </p:cNvPr>
                <p:cNvGrpSpPr/>
                <p:nvPr/>
              </p:nvGrpSpPr>
              <p:grpSpPr>
                <a:xfrm>
                  <a:off x="2205839" y="0"/>
                  <a:ext cx="7934371" cy="6858000"/>
                  <a:chOff x="2205839" y="0"/>
                  <a:chExt cx="7934371" cy="6858000"/>
                </a:xfrm>
              </p:grpSpPr>
              <p:pic>
                <p:nvPicPr>
                  <p:cNvPr id="43" name="Picture 42">
                    <a:extLst>
                      <a:ext uri="{FF2B5EF4-FFF2-40B4-BE49-F238E27FC236}">
                        <a16:creationId xmlns:a16="http://schemas.microsoft.com/office/drawing/2014/main" id="{842CA294-B168-54CC-7F0F-BD64697CAAA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205839" y="0"/>
                    <a:ext cx="7780322" cy="6858000"/>
                  </a:xfrm>
                  <a:prstGeom prst="rect">
                    <a:avLst/>
                  </a:prstGeom>
                </p:spPr>
              </p:pic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C5B61C58-8D38-CB5F-81AC-708796F8A804}"/>
                      </a:ext>
                    </a:extLst>
                  </p:cNvPr>
                  <p:cNvSpPr txBox="1"/>
                  <p:nvPr/>
                </p:nvSpPr>
                <p:spPr>
                  <a:xfrm>
                    <a:off x="9832112" y="4595813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9EC5778B-0086-692E-763C-73804896AE5F}"/>
                      </a:ext>
                    </a:extLst>
                  </p:cNvPr>
                  <p:cNvSpPr txBox="1"/>
                  <p:nvPr/>
                </p:nvSpPr>
                <p:spPr>
                  <a:xfrm>
                    <a:off x="7890801" y="436330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F0DC2D2D-FC80-E865-6D1D-2D360F770751}"/>
                      </a:ext>
                    </a:extLst>
                  </p:cNvPr>
                  <p:cNvSpPr txBox="1"/>
                  <p:nvPr/>
                </p:nvSpPr>
                <p:spPr>
                  <a:xfrm>
                    <a:off x="7327037" y="858322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C9FF7EBF-C24A-3FD4-FBA5-179910656190}"/>
                      </a:ext>
                    </a:extLst>
                  </p:cNvPr>
                  <p:cNvSpPr txBox="1"/>
                  <p:nvPr/>
                </p:nvSpPr>
                <p:spPr>
                  <a:xfrm>
                    <a:off x="7049813" y="2782372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3216203E-66F3-AC56-0A3B-1C80B821EA13}"/>
                      </a:ext>
                    </a:extLst>
                  </p:cNvPr>
                  <p:cNvSpPr txBox="1"/>
                  <p:nvPr/>
                </p:nvSpPr>
                <p:spPr>
                  <a:xfrm>
                    <a:off x="6411638" y="4685229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4D4B0E3A-09EF-990F-C2BE-C97F49719A29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250" y="6333054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0B1BB86C-1E5A-E962-B21C-ADFA42C38816}"/>
                      </a:ext>
                    </a:extLst>
                  </p:cNvPr>
                  <p:cNvSpPr txBox="1"/>
                  <p:nvPr/>
                </p:nvSpPr>
                <p:spPr>
                  <a:xfrm>
                    <a:off x="5421237" y="0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CD2C4568-14F2-7F60-ECC2-E97DCAE8282E}"/>
                      </a:ext>
                    </a:extLst>
                  </p:cNvPr>
                  <p:cNvSpPr txBox="1"/>
                  <p:nvPr/>
                </p:nvSpPr>
                <p:spPr>
                  <a:xfrm>
                    <a:off x="5278331" y="1954468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405E0B81-FA0F-5B21-D42F-EDDFC9D256BF}"/>
                      </a:ext>
                    </a:extLst>
                  </p:cNvPr>
                  <p:cNvSpPr txBox="1"/>
                  <p:nvPr/>
                </p:nvSpPr>
                <p:spPr>
                  <a:xfrm>
                    <a:off x="2608064" y="1910834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822FA8FF-1C3C-DFE8-68EC-7437895A9BA4}"/>
                      </a:ext>
                    </a:extLst>
                  </p:cNvPr>
                  <p:cNvSpPr txBox="1"/>
                  <p:nvPr/>
                </p:nvSpPr>
                <p:spPr>
                  <a:xfrm>
                    <a:off x="3125317" y="5549384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217C74E9-DB25-5022-08ED-E9F90649FFB1}"/>
                      </a:ext>
                    </a:extLst>
                  </p:cNvPr>
                  <p:cNvSpPr txBox="1"/>
                  <p:nvPr/>
                </p:nvSpPr>
                <p:spPr>
                  <a:xfrm>
                    <a:off x="3505440" y="0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2E8519C9-008D-1233-2B43-4D1C8AAAE9B8}"/>
                      </a:ext>
                    </a:extLst>
                  </p:cNvPr>
                  <p:cNvSpPr txBox="1"/>
                  <p:nvPr/>
                </p:nvSpPr>
                <p:spPr>
                  <a:xfrm>
                    <a:off x="4257915" y="1726168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C4D6F853-1A33-9967-429E-BD3CC122E812}"/>
                      </a:ext>
                    </a:extLst>
                  </p:cNvPr>
                  <p:cNvSpPr txBox="1"/>
                  <p:nvPr/>
                </p:nvSpPr>
                <p:spPr>
                  <a:xfrm>
                    <a:off x="4480288" y="375023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25B0DE51-7FF4-36E2-EC02-192282C2A551}"/>
                      </a:ext>
                    </a:extLst>
                  </p:cNvPr>
                  <p:cNvSpPr txBox="1"/>
                  <p:nvPr/>
                </p:nvSpPr>
                <p:spPr>
                  <a:xfrm>
                    <a:off x="4805041" y="5180052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A866595-7D32-D6B0-E83B-70C35E783227}"/>
                    </a:ext>
                  </a:extLst>
                </p:cNvPr>
                <p:cNvSpPr txBox="1"/>
                <p:nvPr/>
              </p:nvSpPr>
              <p:spPr>
                <a:xfrm>
                  <a:off x="3965179" y="548899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A39567E-E34A-1A0C-FBAB-C3E6BC5F29C4}"/>
                    </a:ext>
                  </a:extLst>
                </p:cNvPr>
                <p:cNvSpPr txBox="1"/>
                <p:nvPr/>
              </p:nvSpPr>
              <p:spPr>
                <a:xfrm>
                  <a:off x="3668913" y="448932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54C7AD8-4EBC-B102-992D-C80CFFDF2EC4}"/>
                    </a:ext>
                  </a:extLst>
                </p:cNvPr>
                <p:cNvSpPr txBox="1"/>
                <p:nvPr/>
              </p:nvSpPr>
              <p:spPr>
                <a:xfrm>
                  <a:off x="5562445" y="58028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429B6D9-091C-66D0-03B7-169C8A4347F0}"/>
                    </a:ext>
                  </a:extLst>
                </p:cNvPr>
                <p:cNvSpPr txBox="1"/>
                <p:nvPr/>
              </p:nvSpPr>
              <p:spPr>
                <a:xfrm>
                  <a:off x="5408396" y="490832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EB32A6A-8F7A-DCF6-B05F-FF28CDF97356}"/>
                    </a:ext>
                  </a:extLst>
                </p:cNvPr>
                <p:cNvSpPr txBox="1"/>
                <p:nvPr/>
              </p:nvSpPr>
              <p:spPr>
                <a:xfrm>
                  <a:off x="4441609" y="467398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7780EE5-2374-C0FF-3ABF-0D8925FF76FE}"/>
                    </a:ext>
                  </a:extLst>
                </p:cNvPr>
                <p:cNvSpPr txBox="1"/>
                <p:nvPr/>
              </p:nvSpPr>
              <p:spPr>
                <a:xfrm>
                  <a:off x="6257589" y="547654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C0B7AED-8852-C637-C6CF-094E8A004744}"/>
                    </a:ext>
                  </a:extLst>
                </p:cNvPr>
                <p:cNvSpPr txBox="1"/>
                <p:nvPr/>
              </p:nvSpPr>
              <p:spPr>
                <a:xfrm>
                  <a:off x="5306613" y="41148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112B4F86-AAD2-DCD6-7642-F8D455CBB1EA}"/>
                    </a:ext>
                  </a:extLst>
                </p:cNvPr>
                <p:cNvSpPr txBox="1"/>
                <p:nvPr/>
              </p:nvSpPr>
              <p:spPr>
                <a:xfrm>
                  <a:off x="3540025" y="17261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9D01FE0-C016-AC17-81B2-7A8B256BCE89}"/>
                    </a:ext>
                  </a:extLst>
                </p:cNvPr>
                <p:cNvSpPr txBox="1"/>
                <p:nvPr/>
              </p:nvSpPr>
              <p:spPr>
                <a:xfrm>
                  <a:off x="4026944" y="81889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552C4D1-7890-6426-1164-A009C68AD82C}"/>
                    </a:ext>
                  </a:extLst>
                </p:cNvPr>
                <p:cNvSpPr txBox="1"/>
                <p:nvPr/>
              </p:nvSpPr>
              <p:spPr>
                <a:xfrm>
                  <a:off x="4889736" y="93928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4553099-20A9-089D-0692-A5D4F435E549}"/>
                    </a:ext>
                  </a:extLst>
                </p:cNvPr>
                <p:cNvSpPr txBox="1"/>
                <p:nvPr/>
              </p:nvSpPr>
              <p:spPr>
                <a:xfrm>
                  <a:off x="7111273" y="1954468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11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0B66673-8008-DF63-0A30-5C4F51822B23}"/>
                    </a:ext>
                  </a:extLst>
                </p:cNvPr>
                <p:cNvSpPr txBox="1"/>
                <p:nvPr/>
              </p:nvSpPr>
              <p:spPr>
                <a:xfrm>
                  <a:off x="5872433" y="2612529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10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D7DC7D6-C03E-42EE-0290-BD5AB515031F}"/>
                    </a:ext>
                  </a:extLst>
                </p:cNvPr>
                <p:cNvSpPr txBox="1"/>
                <p:nvPr/>
              </p:nvSpPr>
              <p:spPr>
                <a:xfrm>
                  <a:off x="4594660" y="2196565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12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510CD31-C96A-2BBA-8033-57A8378D9068}"/>
                    </a:ext>
                  </a:extLst>
                </p:cNvPr>
                <p:cNvSpPr txBox="1"/>
                <p:nvPr/>
              </p:nvSpPr>
              <p:spPr>
                <a:xfrm>
                  <a:off x="4542867" y="-1015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13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1AF5899-87A3-939F-64E6-0636F0C60D1C}"/>
                    </a:ext>
                  </a:extLst>
                </p:cNvPr>
                <p:cNvSpPr txBox="1"/>
                <p:nvPr/>
              </p:nvSpPr>
              <p:spPr>
                <a:xfrm>
                  <a:off x="6303961" y="48899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14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2D38829-A045-B265-2C92-12BC640784AE}"/>
                    </a:ext>
                  </a:extLst>
                </p:cNvPr>
                <p:cNvSpPr txBox="1"/>
                <p:nvPr/>
              </p:nvSpPr>
              <p:spPr>
                <a:xfrm>
                  <a:off x="7049813" y="454796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DC3EFF4C-04C0-1B9E-8A9C-670667D6DE51}"/>
                    </a:ext>
                  </a:extLst>
                </p:cNvPr>
                <p:cNvSpPr txBox="1"/>
                <p:nvPr/>
              </p:nvSpPr>
              <p:spPr>
                <a:xfrm>
                  <a:off x="6365676" y="367310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23B0B40-4238-977A-1A66-20CFB07BD956}"/>
                    </a:ext>
                  </a:extLst>
                </p:cNvPr>
                <p:cNvSpPr txBox="1"/>
                <p:nvPr/>
              </p:nvSpPr>
              <p:spPr>
                <a:xfrm>
                  <a:off x="4015707" y="2797195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23595A5-5FD5-D6F5-0A4D-5B089C6DF618}"/>
                    </a:ext>
                  </a:extLst>
                </p:cNvPr>
                <p:cNvSpPr txBox="1"/>
                <p:nvPr/>
              </p:nvSpPr>
              <p:spPr>
                <a:xfrm>
                  <a:off x="8731789" y="460070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3D7BF19-5651-2753-27D8-8D256123C6E5}"/>
                    </a:ext>
                  </a:extLst>
                </p:cNvPr>
                <p:cNvSpPr txBox="1"/>
                <p:nvPr/>
              </p:nvSpPr>
              <p:spPr>
                <a:xfrm>
                  <a:off x="7582703" y="34290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21C2BDD-4B71-1F2C-1FCB-643256FF59E2}"/>
                  </a:ext>
                </a:extLst>
              </p:cNvPr>
              <p:cNvSpPr/>
              <p:nvPr/>
            </p:nvSpPr>
            <p:spPr>
              <a:xfrm>
                <a:off x="4788386" y="5659716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27B1136-3A19-7C5B-CCDD-022251FB3C0C}"/>
                  </a:ext>
                </a:extLst>
              </p:cNvPr>
              <p:cNvSpPr/>
              <p:nvPr/>
            </p:nvSpPr>
            <p:spPr>
              <a:xfrm>
                <a:off x="6127201" y="6581846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58353CB-D482-0A2A-56AF-C6EC354E8E56}"/>
                  </a:ext>
                </a:extLst>
              </p:cNvPr>
              <p:cNvSpPr/>
              <p:nvPr/>
            </p:nvSpPr>
            <p:spPr>
              <a:xfrm>
                <a:off x="9601039" y="4858652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3ABB86-1AB6-7169-AA90-CA41060F2178}"/>
                  </a:ext>
                </a:extLst>
              </p:cNvPr>
              <p:cNvSpPr/>
              <p:nvPr/>
            </p:nvSpPr>
            <p:spPr>
              <a:xfrm>
                <a:off x="4069815" y="1964987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CCEC485-C568-C14A-9C9D-E829548B016F}"/>
                </a:ext>
              </a:extLst>
            </p:cNvPr>
            <p:cNvSpPr txBox="1"/>
            <p:nvPr/>
          </p:nvSpPr>
          <p:spPr>
            <a:xfrm>
              <a:off x="4520919" y="5918716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R100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09CDA5-0098-8E62-879E-B348A86F7874}"/>
                </a:ext>
              </a:extLst>
            </p:cNvPr>
            <p:cNvSpPr txBox="1"/>
            <p:nvPr/>
          </p:nvSpPr>
          <p:spPr>
            <a:xfrm>
              <a:off x="6281250" y="6537118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R90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2BE548-B113-BC38-EDC9-417F196C8FC6}"/>
                </a:ext>
              </a:extLst>
            </p:cNvPr>
            <p:cNvSpPr txBox="1"/>
            <p:nvPr/>
          </p:nvSpPr>
          <p:spPr>
            <a:xfrm>
              <a:off x="5872433" y="4885284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8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2D5CB3-5F26-1E24-9CEC-A01574743077}"/>
                </a:ext>
              </a:extLst>
            </p:cNvPr>
            <p:cNvSpPr txBox="1"/>
            <p:nvPr/>
          </p:nvSpPr>
          <p:spPr>
            <a:xfrm>
              <a:off x="3703975" y="389693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R70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BEA037-2CDD-5241-A26E-65F4E89FFD7A}"/>
                </a:ext>
              </a:extLst>
            </p:cNvPr>
            <p:cNvSpPr txBox="1"/>
            <p:nvPr/>
          </p:nvSpPr>
          <p:spPr>
            <a:xfrm>
              <a:off x="4138123" y="1909444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6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1D3508C-D81D-9BBE-9C04-143160DF9E1A}"/>
                </a:ext>
              </a:extLst>
            </p:cNvPr>
            <p:cNvSpPr txBox="1"/>
            <p:nvPr/>
          </p:nvSpPr>
          <p:spPr>
            <a:xfrm>
              <a:off x="6303961" y="2856720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R50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97BE719-5978-48EB-A975-B9B9C4F73C42}"/>
                </a:ext>
              </a:extLst>
            </p:cNvPr>
            <p:cNvSpPr txBox="1"/>
            <p:nvPr/>
          </p:nvSpPr>
          <p:spPr>
            <a:xfrm>
              <a:off x="4916864" y="247283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4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41E0935-D49D-DA07-E95B-F587D03A5DAE}"/>
                </a:ext>
              </a:extLst>
            </p:cNvPr>
            <p:cNvSpPr txBox="1"/>
            <p:nvPr/>
          </p:nvSpPr>
          <p:spPr>
            <a:xfrm>
              <a:off x="2598488" y="229449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R30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0CB2129-7DF5-618B-DBB3-52A154B8B7AD}"/>
                </a:ext>
              </a:extLst>
            </p:cNvPr>
            <p:cNvSpPr txBox="1"/>
            <p:nvPr/>
          </p:nvSpPr>
          <p:spPr>
            <a:xfrm>
              <a:off x="3432122" y="272986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2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83A76E-7F0D-E3CF-59F0-3E4E0FA4632A}"/>
                </a:ext>
              </a:extLst>
            </p:cNvPr>
            <p:cNvSpPr txBox="1"/>
            <p:nvPr/>
          </p:nvSpPr>
          <p:spPr>
            <a:xfrm>
              <a:off x="5027222" y="609808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R10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1C7B59-504A-FD86-1903-1131CEFC56D6}"/>
                </a:ext>
              </a:extLst>
            </p:cNvPr>
            <p:cNvSpPr txBox="1"/>
            <p:nvPr/>
          </p:nvSpPr>
          <p:spPr>
            <a:xfrm>
              <a:off x="6967401" y="1166710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4988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55AE9-3821-4492-5953-66DDFAE82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a simple grid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39725-3B86-629A-15BB-51A6CB2C78A3}"/>
              </a:ext>
            </a:extLst>
          </p:cNvPr>
          <p:cNvSpPr txBox="1"/>
          <p:nvPr/>
        </p:nvSpPr>
        <p:spPr>
          <a:xfrm>
            <a:off x="7515256" y="2501785"/>
            <a:ext cx="35581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/>
            <a:r>
              <a:rPr lang="en-US" b="0" i="0" dirty="0">
                <a:effectLst/>
                <a:latin typeface="IBM Plex Sans Light" panose="020B0403050203000203" pitchFamily="34" charset="0"/>
              </a:rPr>
              <a:t>CASE 14</a:t>
            </a:r>
          </a:p>
          <a:p>
            <a:pPr algn="l" latinLnBrk="1"/>
            <a:endParaRPr lang="en-US" b="0" i="0" dirty="0">
              <a:effectLst/>
              <a:latin typeface="IBM Plex Sans Light" panose="020B0403050203000203" pitchFamily="34" charset="0"/>
            </a:endParaRP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 Light" panose="020B0403050203000203" pitchFamily="34" charset="0"/>
              </a:rPr>
              <a:t>bus (14 elements)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 Light" panose="020B0403050203000203" pitchFamily="34" charset="0"/>
              </a:rPr>
              <a:t>load (11 elements)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 Light" panose="020B0403050203000203" pitchFamily="34" charset="0"/>
              </a:rPr>
              <a:t>gen (4 elements)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 Light" panose="020B0403050203000203" pitchFamily="34" charset="0"/>
              </a:rPr>
              <a:t>shunt (1 element)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IBM Plex Sans Light" panose="020B0403050203000203" pitchFamily="34" charset="0"/>
              </a:rPr>
              <a:t>ext_grid</a:t>
            </a:r>
            <a:r>
              <a:rPr lang="en-US" b="0" i="0" dirty="0">
                <a:effectLst/>
                <a:latin typeface="IBM Plex Sans Light" panose="020B0403050203000203" pitchFamily="34" charset="0"/>
              </a:rPr>
              <a:t> (1 element)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BM Plex Sans Light" panose="020B0403050203000203" pitchFamily="34" charset="0"/>
              </a:rPr>
              <a:t>line (15 elements)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IBM Plex Sans Light" panose="020B0403050203000203" pitchFamily="34" charset="0"/>
              </a:rPr>
              <a:t>trafo</a:t>
            </a:r>
            <a:r>
              <a:rPr lang="en-US" b="0" i="0" dirty="0">
                <a:effectLst/>
                <a:latin typeface="IBM Plex Sans Light" panose="020B0403050203000203" pitchFamily="34" charset="0"/>
              </a:rPr>
              <a:t> (5 elements)</a:t>
            </a:r>
          </a:p>
          <a:p>
            <a:pPr marL="285750" indent="-285750" algn="l" latinLnBrk="1">
              <a:buFont typeface="Arial" panose="020B0604020202020204" pitchFamily="34" charset="0"/>
              <a:buChar char="•"/>
            </a:pPr>
            <a:r>
              <a:rPr lang="en-US" b="0" i="0" dirty="0" err="1">
                <a:effectLst/>
                <a:latin typeface="IBM Plex Sans Light" panose="020B0403050203000203" pitchFamily="34" charset="0"/>
              </a:rPr>
              <a:t>poly_cost</a:t>
            </a:r>
            <a:r>
              <a:rPr lang="en-US" b="0" i="0" dirty="0">
                <a:effectLst/>
                <a:latin typeface="IBM Plex Sans Light" panose="020B0403050203000203" pitchFamily="34" charset="0"/>
              </a:rPr>
              <a:t> (5 elements)</a:t>
            </a:r>
          </a:p>
        </p:txBody>
      </p:sp>
      <p:pic>
        <p:nvPicPr>
          <p:cNvPr id="158" name="Picture 157">
            <a:extLst>
              <a:ext uri="{FF2B5EF4-FFF2-40B4-BE49-F238E27FC236}">
                <a16:creationId xmlns:a16="http://schemas.microsoft.com/office/drawing/2014/main" id="{1C95AEC3-E285-BE74-1786-3FA52E338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31" y="1283626"/>
            <a:ext cx="5784506" cy="50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114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9AC8-D7AD-9EE4-1B5F-84991AB97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D9E8-E90B-062E-1650-4CB67CE9A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a simple grid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52107E7-42B5-6346-8B3F-E4B7521C8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973193"/>
              </p:ext>
            </p:extLst>
          </p:nvPr>
        </p:nvGraphicFramePr>
        <p:xfrm>
          <a:off x="8081382" y="1678080"/>
          <a:ext cx="3586734" cy="4379664"/>
        </p:xfrm>
        <a:graphic>
          <a:graphicData uri="http://schemas.openxmlformats.org/drawingml/2006/table">
            <a:tbl>
              <a:tblPr/>
              <a:tblGrid>
                <a:gridCol w="1195578">
                  <a:extLst>
                    <a:ext uri="{9D8B030D-6E8A-4147-A177-3AD203B41FA5}">
                      <a16:colId xmlns:a16="http://schemas.microsoft.com/office/drawing/2014/main" val="3111537564"/>
                    </a:ext>
                  </a:extLst>
                </a:gridCol>
                <a:gridCol w="1195578">
                  <a:extLst>
                    <a:ext uri="{9D8B030D-6E8A-4147-A177-3AD203B41FA5}">
                      <a16:colId xmlns:a16="http://schemas.microsoft.com/office/drawing/2014/main" val="3439424067"/>
                    </a:ext>
                  </a:extLst>
                </a:gridCol>
                <a:gridCol w="1195578">
                  <a:extLst>
                    <a:ext uri="{9D8B030D-6E8A-4147-A177-3AD203B41FA5}">
                      <a16:colId xmlns:a16="http://schemas.microsoft.com/office/drawing/2014/main" val="2281794591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>
                          <a:effectLst/>
                          <a:latin typeface="IBM Plex Sans Light" panose="020B0403050203000203" pitchFamily="34" charset="0"/>
                        </a:rPr>
                        <a:t>bus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 err="1">
                          <a:effectLst/>
                          <a:latin typeface="IBM Plex Sans Light" panose="020B0403050203000203" pitchFamily="34" charset="0"/>
                        </a:rPr>
                        <a:t>p_mw</a:t>
                      </a:r>
                      <a:endParaRPr lang="en-US" sz="1800" b="1" dirty="0">
                        <a:effectLst/>
                        <a:latin typeface="IBM Plex Sans Light" panose="020B0403050203000203" pitchFamily="34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 err="1">
                          <a:effectLst/>
                          <a:latin typeface="IBM Plex Sans Light" panose="020B0403050203000203" pitchFamily="34" charset="0"/>
                        </a:rPr>
                        <a:t>q_mvar</a:t>
                      </a:r>
                      <a:endParaRPr lang="en-US" sz="1800" b="1" dirty="0">
                        <a:effectLst/>
                        <a:latin typeface="IBM Plex Sans Light" panose="020B0403050203000203" pitchFamily="34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7991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21.7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12.7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1426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94.2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19.0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65092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47.8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-3.9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57132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7.6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2452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11.2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7.5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53566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29.5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16.6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0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9.0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5.8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85488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3.5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6061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6.1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7347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13.5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5.8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97178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14.9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5.0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4787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5B3068D-DACD-051A-3A06-CDE493592591}"/>
              </a:ext>
            </a:extLst>
          </p:cNvPr>
          <p:cNvSpPr txBox="1"/>
          <p:nvPr/>
        </p:nvSpPr>
        <p:spPr>
          <a:xfrm>
            <a:off x="9523848" y="6123543"/>
            <a:ext cx="843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1" i="0" dirty="0">
                <a:effectLst/>
                <a:latin typeface="IBM Plex Sans Light" panose="020B0403050203000203" pitchFamily="34" charset="0"/>
              </a:rPr>
              <a:t>259.0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96DD8A-F986-3978-866F-4F9EDD579081}"/>
              </a:ext>
            </a:extLst>
          </p:cNvPr>
          <p:cNvSpPr txBox="1"/>
          <p:nvPr/>
        </p:nvSpPr>
        <p:spPr>
          <a:xfrm>
            <a:off x="10799436" y="6123543"/>
            <a:ext cx="756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1" i="0" dirty="0">
                <a:effectLst/>
                <a:latin typeface="IBM Plex Sans Light" panose="020B0403050203000203" pitchFamily="34" charset="0"/>
              </a:rPr>
              <a:t>73.5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552AFA-5AC4-5E38-113E-2E83EE23785C}"/>
              </a:ext>
            </a:extLst>
          </p:cNvPr>
          <p:cNvSpPr txBox="1"/>
          <p:nvPr/>
        </p:nvSpPr>
        <p:spPr>
          <a:xfrm>
            <a:off x="8081382" y="1308748"/>
            <a:ext cx="1452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 Light" panose="020B0403050203000203" pitchFamily="34" charset="0"/>
              </a:rPr>
              <a:t>LOADS - PQ: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3B13A2-104F-6454-BC24-21AA1EFCE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31" y="1283626"/>
            <a:ext cx="5784506" cy="50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90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874C1-F132-0490-91F5-736B58331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29ED-E0EF-8C36-DB7B-40F700689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start with a simple grid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C11A9B2-F406-A5B4-B3BB-30646FD4A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457566"/>
              </p:ext>
            </p:extLst>
          </p:nvPr>
        </p:nvGraphicFramePr>
        <p:xfrm>
          <a:off x="6830568" y="2496312"/>
          <a:ext cx="3986784" cy="1828800"/>
        </p:xfrm>
        <a:graphic>
          <a:graphicData uri="http://schemas.openxmlformats.org/drawingml/2006/table">
            <a:tbl>
              <a:tblPr/>
              <a:tblGrid>
                <a:gridCol w="1328928">
                  <a:extLst>
                    <a:ext uri="{9D8B030D-6E8A-4147-A177-3AD203B41FA5}">
                      <a16:colId xmlns:a16="http://schemas.microsoft.com/office/drawing/2014/main" val="4142097083"/>
                    </a:ext>
                  </a:extLst>
                </a:gridCol>
                <a:gridCol w="1328928">
                  <a:extLst>
                    <a:ext uri="{9D8B030D-6E8A-4147-A177-3AD203B41FA5}">
                      <a16:colId xmlns:a16="http://schemas.microsoft.com/office/drawing/2014/main" val="207613277"/>
                    </a:ext>
                  </a:extLst>
                </a:gridCol>
                <a:gridCol w="1328928">
                  <a:extLst>
                    <a:ext uri="{9D8B030D-6E8A-4147-A177-3AD203B41FA5}">
                      <a16:colId xmlns:a16="http://schemas.microsoft.com/office/drawing/2014/main" val="2391675007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effectLst/>
                          <a:latin typeface="IBM Plex Mono Light" panose="020B0409050203000203" pitchFamily="49" charset="0"/>
                        </a:rPr>
                        <a:t>bus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effectLst/>
                          <a:latin typeface="IBM Plex Mono Light" panose="020B0409050203000203" pitchFamily="49" charset="0"/>
                        </a:rPr>
                        <a:t>p_mw</a:t>
                      </a:r>
                      <a:endParaRPr lang="en-US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effectLst/>
                          <a:latin typeface="IBM Plex Mono Light" panose="020B0409050203000203" pitchFamily="49" charset="0"/>
                        </a:rPr>
                        <a:t>vm_pu</a:t>
                      </a:r>
                      <a:endParaRPr lang="en-US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950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140.0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9165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100.0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37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100.0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752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0.0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43848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3307E5E-052A-DB07-F984-323327FF2E48}"/>
              </a:ext>
            </a:extLst>
          </p:cNvPr>
          <p:cNvSpPr txBox="1"/>
          <p:nvPr/>
        </p:nvSpPr>
        <p:spPr>
          <a:xfrm>
            <a:off x="10982820" y="3955780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BM Plex Mono Light" panose="020B0409050203000203" pitchFamily="49" charset="0"/>
              </a:rPr>
              <a:t>slack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BF3B39-0597-7907-E7A8-F4991BFC96E1}"/>
              </a:ext>
            </a:extLst>
          </p:cNvPr>
          <p:cNvSpPr txBox="1"/>
          <p:nvPr/>
        </p:nvSpPr>
        <p:spPr>
          <a:xfrm>
            <a:off x="6705600" y="1374997"/>
            <a:ext cx="4368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IBM Plex Mono Light" panose="020B0409050203000203" pitchFamily="49" charset="0"/>
              </a:rPr>
              <a:t>1. Perform a simple generator dispatch by maxing out the first three generators and setting the fourth one as the slack.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A376FB-FDCA-5571-041A-5677D2103025}"/>
              </a:ext>
            </a:extLst>
          </p:cNvPr>
          <p:cNvSpPr txBox="1"/>
          <p:nvPr/>
        </p:nvSpPr>
        <p:spPr>
          <a:xfrm>
            <a:off x="6830568" y="2095801"/>
            <a:ext cx="1200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BM Plex Sans Light" panose="020B0403050203000203" pitchFamily="34" charset="0"/>
              </a:rPr>
              <a:t>GENS-PV: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0E7C3-6600-0B82-2AD8-4851A6FD65E9}"/>
              </a:ext>
            </a:extLst>
          </p:cNvPr>
          <p:cNvSpPr txBox="1"/>
          <p:nvPr/>
        </p:nvSpPr>
        <p:spPr>
          <a:xfrm>
            <a:off x="6745961" y="4356291"/>
            <a:ext cx="4368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IBM Plex Mono Light" panose="020B0409050203000203" pitchFamily="49" charset="0"/>
              </a:rPr>
              <a:t>2. Disconnect from external grid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FC2655-A660-3BE8-5244-8F216CF2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31" y="1283626"/>
            <a:ext cx="5784506" cy="50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394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411AD-304B-9391-E0E4-831B91BED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flow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4A4EBA-7533-E960-EE64-91E116F8A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331" y="1283626"/>
            <a:ext cx="5784506" cy="5064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079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0F22-DA75-567F-8247-08A1DA7F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5F64-37D9-6A50-19D9-46484BBB4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Power flow analysis -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42CF20-4E32-41B1-E8FD-D1BCE7FB8310}"/>
              </a:ext>
            </a:extLst>
          </p:cNvPr>
          <p:cNvSpPr txBox="1"/>
          <p:nvPr/>
        </p:nvSpPr>
        <p:spPr>
          <a:xfrm>
            <a:off x="1812798" y="1880307"/>
            <a:ext cx="82913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endParaRPr lang="en-US" sz="2800" b="0" i="0" dirty="0">
              <a:effectLst/>
              <a:latin typeface="IBM Plex Mono Light" panose="020B0409050203000203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F77348-7F65-2D2F-4896-EBCB258D9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940839"/>
              </p:ext>
            </p:extLst>
          </p:nvPr>
        </p:nvGraphicFramePr>
        <p:xfrm>
          <a:off x="1203960" y="2141917"/>
          <a:ext cx="8412480" cy="21945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62682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712897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7316726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8521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  <a:latin typeface="IBM Plex Mono Light" panose="020B0409050203000203" pitchFamily="49" charset="0"/>
                        </a:rPr>
                        <a:t>p_mw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  <a:latin typeface="IBM Plex Mono Light" panose="020B0409050203000203" pitchFamily="49" charset="0"/>
                        </a:rPr>
                        <a:t>q_mvar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>
                          <a:effectLst/>
                          <a:latin typeface="IBM Plex Mono Light" panose="020B0409050203000203" pitchFamily="49" charset="0"/>
                        </a:rPr>
                        <a:t>va_degree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b="1" dirty="0" err="1">
                          <a:effectLst/>
                          <a:latin typeface="IBM Plex Mono Light" panose="020B0409050203000203" pitchFamily="49" charset="0"/>
                        </a:rPr>
                        <a:t>vm_pu</a:t>
                      </a:r>
                      <a:endParaRPr lang="en-US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816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140.000000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17.690003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17.807919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946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100.000000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33.365044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15.616964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574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100.000000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-3.429587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16.407703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93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-74.102238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19.972079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>
                          <a:effectLst/>
                          <a:latin typeface="IBM Plex Mono Light" panose="020B0409050203000203" pitchFamily="49" charset="0"/>
                        </a:rPr>
                        <a:t>0.000000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1.045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8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265.9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dirty="0">
                          <a:effectLst/>
                          <a:latin typeface="IBM Plex Mono Light" panose="020B0409050203000203" pitchFamily="49" charset="0"/>
                        </a:rPr>
                        <a:t>73.5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79308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A802C9B-8FDF-90EC-E0D7-E881E37E53A7}"/>
              </a:ext>
            </a:extLst>
          </p:cNvPr>
          <p:cNvSpPr txBox="1"/>
          <p:nvPr/>
        </p:nvSpPr>
        <p:spPr>
          <a:xfrm>
            <a:off x="9667141" y="359258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IBM Plex Mono Light" panose="020B0409050203000203" pitchFamily="49" charset="0"/>
              </a:rPr>
              <a:t>slack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7D031-D6E6-A323-80AE-AA5E4E57FB15}"/>
              </a:ext>
            </a:extLst>
          </p:cNvPr>
          <p:cNvSpPr txBox="1"/>
          <p:nvPr/>
        </p:nvSpPr>
        <p:spPr>
          <a:xfrm>
            <a:off x="1170773" y="1799847"/>
            <a:ext cx="4368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IBM Plex Mono Light" panose="020B0409050203000203" pitchFamily="49" charset="0"/>
              </a:rPr>
              <a:t>net.res_gen</a:t>
            </a:r>
            <a:endParaRPr lang="en-US" sz="1200" dirty="0">
              <a:latin typeface="IBM Plex Mono Light" panose="020B04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952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0A94E-C83F-FCC4-4CCB-B63C8653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0325-FC63-4A6B-9A9C-A08E8934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Power flow analysis - Loads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114108-E855-61BF-5FF5-4B24E6DE58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619914"/>
              </p:ext>
            </p:extLst>
          </p:nvPr>
        </p:nvGraphicFramePr>
        <p:xfrm>
          <a:off x="4105656" y="1632360"/>
          <a:ext cx="3586734" cy="4379664"/>
        </p:xfrm>
        <a:graphic>
          <a:graphicData uri="http://schemas.openxmlformats.org/drawingml/2006/table">
            <a:tbl>
              <a:tblPr/>
              <a:tblGrid>
                <a:gridCol w="1195578">
                  <a:extLst>
                    <a:ext uri="{9D8B030D-6E8A-4147-A177-3AD203B41FA5}">
                      <a16:colId xmlns:a16="http://schemas.microsoft.com/office/drawing/2014/main" val="3111537564"/>
                    </a:ext>
                  </a:extLst>
                </a:gridCol>
                <a:gridCol w="1195578">
                  <a:extLst>
                    <a:ext uri="{9D8B030D-6E8A-4147-A177-3AD203B41FA5}">
                      <a16:colId xmlns:a16="http://schemas.microsoft.com/office/drawing/2014/main" val="3439424067"/>
                    </a:ext>
                  </a:extLst>
                </a:gridCol>
                <a:gridCol w="1195578">
                  <a:extLst>
                    <a:ext uri="{9D8B030D-6E8A-4147-A177-3AD203B41FA5}">
                      <a16:colId xmlns:a16="http://schemas.microsoft.com/office/drawing/2014/main" val="2281794591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>
                          <a:effectLst/>
                          <a:latin typeface="IBM Plex Sans Light" panose="020B0403050203000203" pitchFamily="34" charset="0"/>
                        </a:rPr>
                        <a:t>bus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 err="1">
                          <a:effectLst/>
                          <a:latin typeface="IBM Plex Sans Light" panose="020B0403050203000203" pitchFamily="34" charset="0"/>
                        </a:rPr>
                        <a:t>p_mw</a:t>
                      </a:r>
                      <a:endParaRPr lang="en-US" sz="1800" b="1" dirty="0">
                        <a:effectLst/>
                        <a:latin typeface="IBM Plex Sans Light" panose="020B0403050203000203" pitchFamily="34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1" dirty="0" err="1">
                          <a:effectLst/>
                          <a:latin typeface="IBM Plex Sans Light" panose="020B0403050203000203" pitchFamily="34" charset="0"/>
                        </a:rPr>
                        <a:t>q_mvar</a:t>
                      </a:r>
                      <a:endParaRPr lang="en-US" sz="1800" b="1" dirty="0">
                        <a:effectLst/>
                        <a:latin typeface="IBM Plex Sans Light" panose="020B0403050203000203" pitchFamily="34" charset="0"/>
                      </a:endParaRP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7991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21.7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12.7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1426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94.2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19.0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65092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47.8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-3.9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57132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4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7.6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22452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11.2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7.5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53566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29.5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16.6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07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9.0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5.8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85488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3.5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56061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6.1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1.6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7347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12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13.5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5.8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97178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13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>
                          <a:effectLst/>
                          <a:latin typeface="IBM Plex Sans Light" panose="020B0403050203000203" pitchFamily="34" charset="0"/>
                        </a:rPr>
                        <a:t>14.9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dirty="0">
                          <a:effectLst/>
                          <a:latin typeface="IBM Plex Sans Light" panose="020B0403050203000203" pitchFamily="34" charset="0"/>
                        </a:rPr>
                        <a:t>5.0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47871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1A3CD4E-1B58-12E5-ED50-5769C9E4C502}"/>
              </a:ext>
            </a:extLst>
          </p:cNvPr>
          <p:cNvSpPr txBox="1"/>
          <p:nvPr/>
        </p:nvSpPr>
        <p:spPr>
          <a:xfrm>
            <a:off x="5548122" y="6077823"/>
            <a:ext cx="843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1" i="0" dirty="0">
                <a:effectLst/>
                <a:latin typeface="IBM Plex Sans Light" panose="020B0403050203000203" pitchFamily="34" charset="0"/>
              </a:rPr>
              <a:t>259.0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6FFCFD-925A-DF85-D147-D02690BB20B8}"/>
              </a:ext>
            </a:extLst>
          </p:cNvPr>
          <p:cNvSpPr txBox="1"/>
          <p:nvPr/>
        </p:nvSpPr>
        <p:spPr>
          <a:xfrm>
            <a:off x="6823710" y="6077823"/>
            <a:ext cx="7566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b="1" i="0" dirty="0">
                <a:effectLst/>
                <a:latin typeface="IBM Plex Sans Light" panose="020B0403050203000203" pitchFamily="34" charset="0"/>
              </a:rPr>
              <a:t>73.5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20CCE-6D60-8952-4223-7249735DF365}"/>
              </a:ext>
            </a:extLst>
          </p:cNvPr>
          <p:cNvSpPr txBox="1"/>
          <p:nvPr/>
        </p:nvSpPr>
        <p:spPr>
          <a:xfrm>
            <a:off x="4020795" y="1322461"/>
            <a:ext cx="4368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IBM Plex Mono Light" panose="020B0409050203000203" pitchFamily="49" charset="0"/>
              </a:rPr>
              <a:t>net.res_load</a:t>
            </a:r>
            <a:endParaRPr lang="en-US" sz="1200" dirty="0">
              <a:latin typeface="IBM Plex Mono Light" panose="020B04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974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5F8D8-7F56-83DA-16BE-D228DA0F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flow analysis - Buses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4F50AA-5569-9D63-960E-8DC7F5BB6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797343"/>
              </p:ext>
            </p:extLst>
          </p:nvPr>
        </p:nvGraphicFramePr>
        <p:xfrm>
          <a:off x="2590884" y="1343818"/>
          <a:ext cx="6354336" cy="4427630"/>
        </p:xfrm>
        <a:graphic>
          <a:graphicData uri="http://schemas.openxmlformats.org/drawingml/2006/table">
            <a:tbl>
              <a:tblPr/>
              <a:tblGrid>
                <a:gridCol w="1588584">
                  <a:extLst>
                    <a:ext uri="{9D8B030D-6E8A-4147-A177-3AD203B41FA5}">
                      <a16:colId xmlns:a16="http://schemas.microsoft.com/office/drawing/2014/main" val="1271918823"/>
                    </a:ext>
                  </a:extLst>
                </a:gridCol>
                <a:gridCol w="1588584">
                  <a:extLst>
                    <a:ext uri="{9D8B030D-6E8A-4147-A177-3AD203B41FA5}">
                      <a16:colId xmlns:a16="http://schemas.microsoft.com/office/drawing/2014/main" val="1308221604"/>
                    </a:ext>
                  </a:extLst>
                </a:gridCol>
                <a:gridCol w="1588584">
                  <a:extLst>
                    <a:ext uri="{9D8B030D-6E8A-4147-A177-3AD203B41FA5}">
                      <a16:colId xmlns:a16="http://schemas.microsoft.com/office/drawing/2014/main" val="2409835751"/>
                    </a:ext>
                  </a:extLst>
                </a:gridCol>
                <a:gridCol w="1588584">
                  <a:extLst>
                    <a:ext uri="{9D8B030D-6E8A-4147-A177-3AD203B41FA5}">
                      <a16:colId xmlns:a16="http://schemas.microsoft.com/office/drawing/2014/main" val="800389051"/>
                    </a:ext>
                  </a:extLst>
                </a:gridCol>
              </a:tblGrid>
              <a:tr h="47363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 err="1">
                          <a:effectLst/>
                          <a:latin typeface="IBM Plex Mono Light" panose="020B0409050203000203" pitchFamily="49" charset="0"/>
                        </a:rPr>
                        <a:t>vm_pu</a:t>
                      </a:r>
                      <a:endParaRPr lang="en-US" sz="1400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 err="1">
                          <a:effectLst/>
                          <a:latin typeface="IBM Plex Mono Light" panose="020B0409050203000203" pitchFamily="49" charset="0"/>
                        </a:rPr>
                        <a:t>va_degree</a:t>
                      </a:r>
                      <a:endParaRPr lang="en-US" sz="1400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 err="1">
                          <a:effectLst/>
                          <a:latin typeface="IBM Plex Mono Light" panose="020B0409050203000203" pitchFamily="49" charset="0"/>
                        </a:rPr>
                        <a:t>p_mw</a:t>
                      </a:r>
                      <a:endParaRPr lang="en-US" sz="1400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dirty="0" err="1">
                          <a:effectLst/>
                          <a:latin typeface="IBM Plex Mono Light" panose="020B0409050203000203" pitchFamily="49" charset="0"/>
                        </a:rPr>
                        <a:t>q_mvar</a:t>
                      </a:r>
                      <a:endParaRPr lang="en-US" sz="1400" b="1" dirty="0">
                        <a:effectLst/>
                        <a:latin typeface="IBM Plex Mono Light" panose="020B0409050203000203" pitchFamily="49" charset="0"/>
                      </a:endParaRP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725093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1.040134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17.204662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0.000000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0.000000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9393030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1.045000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17.807919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-118.300000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-4.990003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160279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1.045000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15.616964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-5.800000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-14.365044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285210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1.008926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13.679667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47.800000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-3.900000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90006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1.014580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15.004135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7.600000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1.600000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9548773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1.045000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16.407703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-88.800000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10.929587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382097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1.019019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7.040958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0.000000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0.000000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442701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1.045000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0.000000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74.102238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-19.972079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062944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1.004872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8.025036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29.500000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-2.585581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060886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1.001280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9.218494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9.000000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5.800000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850614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1.015944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12.673283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3.500000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1.800000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056294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1.028384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14.972474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6.100000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1.600000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244989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1.018440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14.378380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13.500000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5.800000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180417"/>
                  </a:ext>
                </a:extLst>
              </a:tr>
              <a:tr h="276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0.989930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9.721839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>
                          <a:effectLst/>
                          <a:latin typeface="IBM Plex Mono Light" panose="020B0409050203000203" pitchFamily="49" charset="0"/>
                        </a:rPr>
                        <a:t>14.900000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dirty="0">
                          <a:effectLst/>
                          <a:latin typeface="IBM Plex Mono Light" panose="020B0409050203000203" pitchFamily="49" charset="0"/>
                        </a:rPr>
                        <a:t>5.000000</a:t>
                      </a:r>
                    </a:p>
                  </a:txBody>
                  <a:tcPr marL="69069" marR="69069" marT="34534" marB="345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2904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206D4C-C1D2-56A8-AE32-A4A7CFB326B9}"/>
              </a:ext>
            </a:extLst>
          </p:cNvPr>
          <p:cNvSpPr txBox="1"/>
          <p:nvPr/>
        </p:nvSpPr>
        <p:spPr>
          <a:xfrm>
            <a:off x="2529555" y="1066819"/>
            <a:ext cx="43681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IBM Plex Mono Light" panose="020B0409050203000203" pitchFamily="49" charset="0"/>
              </a:rPr>
              <a:t>net.res_bus</a:t>
            </a:r>
            <a:endParaRPr lang="en-US" sz="1200" dirty="0">
              <a:latin typeface="IBM Plex Mono Light" panose="020B0409050203000203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52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AFB0E-2338-17E2-0AB3-F7A4EA67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Power flow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D26EA-8893-D535-3798-9445170979F9}"/>
              </a:ext>
            </a:extLst>
          </p:cNvPr>
          <p:cNvSpPr txBox="1"/>
          <p:nvPr/>
        </p:nvSpPr>
        <p:spPr>
          <a:xfrm>
            <a:off x="1812798" y="1880307"/>
            <a:ext cx="82913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P_load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259.0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P_gen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265.89776200123043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P_shunt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0.0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P_loss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6.8977620322135085</a:t>
            </a:r>
          </a:p>
          <a:p>
            <a:pPr algn="l" latinLnBrk="1">
              <a:buNone/>
            </a:pPr>
            <a:r>
              <a:rPr lang="en-US" sz="2800" b="0" i="0" dirty="0">
                <a:effectLst/>
                <a:latin typeface="IBM Plex Mono Light" panose="020B0409050203000203" pitchFamily="49" charset="0"/>
              </a:rPr>
              <a:t>***************************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Q_load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73.5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Q_gen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67.59753784629007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Q_shunt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-19.185580553825712</a:t>
            </a:r>
          </a:p>
          <a:p>
            <a:pPr algn="l" latinLnBrk="1">
              <a:buNone/>
            </a:pPr>
            <a:r>
              <a:rPr lang="en-US" sz="2800" b="0" i="0" dirty="0" err="1">
                <a:effectLst/>
                <a:latin typeface="IBM Plex Mono Light" panose="020B0409050203000203" pitchFamily="49" charset="0"/>
              </a:rPr>
              <a:t>Q_loss</a:t>
            </a:r>
            <a:r>
              <a:rPr lang="en-US" sz="2800" b="0" i="0" dirty="0">
                <a:effectLst/>
                <a:latin typeface="IBM Plex Mono Light" panose="020B0409050203000203" pitchFamily="49" charset="0"/>
              </a:rPr>
              <a:t> =  13.283118503284038</a:t>
            </a:r>
          </a:p>
        </p:txBody>
      </p:sp>
    </p:spTree>
    <p:extLst>
      <p:ext uri="{BB962C8B-B14F-4D97-AF65-F5344CB8AC3E}">
        <p14:creationId xmlns:p14="http://schemas.microsoft.com/office/powerpoint/2010/main" val="342599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47E3D-F2BB-63BA-74EC-F5D2234F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Hosting Maps Algo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65E4A-8E99-9F20-517E-F4EC890EC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153"/>
          <a:stretch>
            <a:fillRect/>
          </a:stretch>
        </p:blipFill>
        <p:spPr>
          <a:xfrm>
            <a:off x="2076413" y="1548703"/>
            <a:ext cx="5259268" cy="49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6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F6FE5-0B21-CFB2-929D-C99812216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FDBB6ED4-3533-8910-9DE2-EAA02572A8F1}"/>
              </a:ext>
            </a:extLst>
          </p:cNvPr>
          <p:cNvGrpSpPr/>
          <p:nvPr/>
        </p:nvGrpSpPr>
        <p:grpSpPr>
          <a:xfrm>
            <a:off x="2205839" y="-10150"/>
            <a:ext cx="7934371" cy="6878300"/>
            <a:chOff x="2205839" y="-10150"/>
            <a:chExt cx="7934371" cy="68783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08A592C-8019-3FB5-FACE-350566960CAB}"/>
                </a:ext>
              </a:extLst>
            </p:cNvPr>
            <p:cNvGrpSpPr/>
            <p:nvPr/>
          </p:nvGrpSpPr>
          <p:grpSpPr>
            <a:xfrm>
              <a:off x="2205839" y="-10150"/>
              <a:ext cx="7934371" cy="6868150"/>
              <a:chOff x="2205839" y="-10150"/>
              <a:chExt cx="7934371" cy="686815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A60BBEA-0422-701A-6573-9844B61905BE}"/>
                  </a:ext>
                </a:extLst>
              </p:cNvPr>
              <p:cNvGrpSpPr/>
              <p:nvPr/>
            </p:nvGrpSpPr>
            <p:grpSpPr>
              <a:xfrm>
                <a:off x="2205839" y="0"/>
                <a:ext cx="7934371" cy="6858000"/>
                <a:chOff x="2205839" y="0"/>
                <a:chExt cx="7934371" cy="685800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751FC2BD-A16B-4DD6-7514-78304F2F77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205839" y="0"/>
                  <a:ext cx="7780322" cy="6858000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B50AA34-5CB8-3666-B2D5-84C084850429}"/>
                    </a:ext>
                  </a:extLst>
                </p:cNvPr>
                <p:cNvSpPr txBox="1"/>
                <p:nvPr/>
              </p:nvSpPr>
              <p:spPr>
                <a:xfrm>
                  <a:off x="9832112" y="459581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7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7E93920-EA0E-7382-D90E-1D64A5EF8554}"/>
                    </a:ext>
                  </a:extLst>
                </p:cNvPr>
                <p:cNvSpPr txBox="1"/>
                <p:nvPr/>
              </p:nvSpPr>
              <p:spPr>
                <a:xfrm>
                  <a:off x="7890801" y="43633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E60F2FAC-70EB-4EAB-3F87-3D68386C4007}"/>
                    </a:ext>
                  </a:extLst>
                </p:cNvPr>
                <p:cNvSpPr txBox="1"/>
                <p:nvPr/>
              </p:nvSpPr>
              <p:spPr>
                <a:xfrm>
                  <a:off x="7327037" y="858322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25F1BCF-E48B-F5F1-DE40-E282A7CE67E0}"/>
                    </a:ext>
                  </a:extLst>
                </p:cNvPr>
                <p:cNvSpPr txBox="1"/>
                <p:nvPr/>
              </p:nvSpPr>
              <p:spPr>
                <a:xfrm>
                  <a:off x="7049813" y="278237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7FAD4452-3D21-2D21-6441-85F339DB20F8}"/>
                    </a:ext>
                  </a:extLst>
                </p:cNvPr>
                <p:cNvSpPr txBox="1"/>
                <p:nvPr/>
              </p:nvSpPr>
              <p:spPr>
                <a:xfrm>
                  <a:off x="6411638" y="4685229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3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C1DAE9F-A699-CE68-DE58-C5EAC2BEB943}"/>
                    </a:ext>
                  </a:extLst>
                </p:cNvPr>
                <p:cNvSpPr txBox="1"/>
                <p:nvPr/>
              </p:nvSpPr>
              <p:spPr>
                <a:xfrm>
                  <a:off x="6281250" y="633305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2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067D34-FC5F-7AA3-C3BD-F6167E22518F}"/>
                    </a:ext>
                  </a:extLst>
                </p:cNvPr>
                <p:cNvSpPr txBox="1"/>
                <p:nvPr/>
              </p:nvSpPr>
              <p:spPr>
                <a:xfrm>
                  <a:off x="5421237" y="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12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8F5BA10-CD4C-D61E-6C7D-54624EAC67EA}"/>
                    </a:ext>
                  </a:extLst>
                </p:cNvPr>
                <p:cNvSpPr txBox="1"/>
                <p:nvPr/>
              </p:nvSpPr>
              <p:spPr>
                <a:xfrm>
                  <a:off x="5278331" y="19544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9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E18F726-D20E-392C-216D-097BDEC9D0AB}"/>
                    </a:ext>
                  </a:extLst>
                </p:cNvPr>
                <p:cNvSpPr txBox="1"/>
                <p:nvPr/>
              </p:nvSpPr>
              <p:spPr>
                <a:xfrm>
                  <a:off x="2608064" y="1910834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10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E23A4C0-8D8E-5185-1476-B152522E87C8}"/>
                    </a:ext>
                  </a:extLst>
                </p:cNvPr>
                <p:cNvSpPr txBox="1"/>
                <p:nvPr/>
              </p:nvSpPr>
              <p:spPr>
                <a:xfrm>
                  <a:off x="3125317" y="554938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DD285F68-D47F-C9D7-5E71-CC7C4B50AC68}"/>
                    </a:ext>
                  </a:extLst>
                </p:cNvPr>
                <p:cNvSpPr txBox="1"/>
                <p:nvPr/>
              </p:nvSpPr>
              <p:spPr>
                <a:xfrm>
                  <a:off x="3505440" y="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11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75114A0-40D6-E96D-CA43-C081D74FE8A2}"/>
                    </a:ext>
                  </a:extLst>
                </p:cNvPr>
                <p:cNvSpPr txBox="1"/>
                <p:nvPr/>
              </p:nvSpPr>
              <p:spPr>
                <a:xfrm>
                  <a:off x="4257915" y="17261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9B4F5DC-E473-E1BC-DBC2-BC1EC690D5C2}"/>
                    </a:ext>
                  </a:extLst>
                </p:cNvPr>
                <p:cNvSpPr txBox="1"/>
                <p:nvPr/>
              </p:nvSpPr>
              <p:spPr>
                <a:xfrm>
                  <a:off x="4480288" y="375023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4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9AE131A-0F39-E488-C55C-486944896DE2}"/>
                    </a:ext>
                  </a:extLst>
                </p:cNvPr>
                <p:cNvSpPr txBox="1"/>
                <p:nvPr/>
              </p:nvSpPr>
              <p:spPr>
                <a:xfrm>
                  <a:off x="4805041" y="518005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DC757FA-95C2-C3B0-037D-2EF4855AFA11}"/>
                  </a:ext>
                </a:extLst>
              </p:cNvPr>
              <p:cNvSpPr txBox="1"/>
              <p:nvPr/>
            </p:nvSpPr>
            <p:spPr>
              <a:xfrm>
                <a:off x="3965179" y="548899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0A596C-6049-013C-EE2E-9475BB4AFC61}"/>
                  </a:ext>
                </a:extLst>
              </p:cNvPr>
              <p:cNvSpPr txBox="1"/>
              <p:nvPr/>
            </p:nvSpPr>
            <p:spPr>
              <a:xfrm>
                <a:off x="3668913" y="448932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D42CD1-5C0E-A961-1CD2-0E8DE7228B00}"/>
                  </a:ext>
                </a:extLst>
              </p:cNvPr>
              <p:cNvSpPr txBox="1"/>
              <p:nvPr/>
            </p:nvSpPr>
            <p:spPr>
              <a:xfrm>
                <a:off x="5562445" y="58028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8BF018-22BA-FFAD-4563-CCE9ADD69AA3}"/>
                  </a:ext>
                </a:extLst>
              </p:cNvPr>
              <p:cNvSpPr txBox="1"/>
              <p:nvPr/>
            </p:nvSpPr>
            <p:spPr>
              <a:xfrm>
                <a:off x="5408396" y="490832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3ABE8C4-F43F-C049-3D70-0C1A8EEF8E5D}"/>
                  </a:ext>
                </a:extLst>
              </p:cNvPr>
              <p:cNvSpPr txBox="1"/>
              <p:nvPr/>
            </p:nvSpPr>
            <p:spPr>
              <a:xfrm>
                <a:off x="4441609" y="467398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A023CB-E1B8-FB64-2851-9139D9617C39}"/>
                  </a:ext>
                </a:extLst>
              </p:cNvPr>
              <p:cNvSpPr txBox="1"/>
              <p:nvPr/>
            </p:nvSpPr>
            <p:spPr>
              <a:xfrm>
                <a:off x="6257589" y="547654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D2F7A4E-8033-333C-6615-5416C6C64063}"/>
                  </a:ext>
                </a:extLst>
              </p:cNvPr>
              <p:cNvSpPr txBox="1"/>
              <p:nvPr/>
            </p:nvSpPr>
            <p:spPr>
              <a:xfrm>
                <a:off x="5306613" y="41148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5DDFD7-E200-8355-8105-B4AD0322CDAB}"/>
                  </a:ext>
                </a:extLst>
              </p:cNvPr>
              <p:cNvSpPr txBox="1"/>
              <p:nvPr/>
            </p:nvSpPr>
            <p:spPr>
              <a:xfrm>
                <a:off x="3540025" y="17261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718584-DBFE-AD4E-6591-F6CA7E5D1592}"/>
                  </a:ext>
                </a:extLst>
              </p:cNvPr>
              <p:cNvSpPr txBox="1"/>
              <p:nvPr/>
            </p:nvSpPr>
            <p:spPr>
              <a:xfrm>
                <a:off x="4026944" y="81889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C20CB9-BF24-E0FB-2956-AB4FEE2BCF1B}"/>
                  </a:ext>
                </a:extLst>
              </p:cNvPr>
              <p:cNvSpPr txBox="1"/>
              <p:nvPr/>
            </p:nvSpPr>
            <p:spPr>
              <a:xfrm>
                <a:off x="4889736" y="93928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F25B553-9862-9001-E5EF-A0AD7E2BFB16}"/>
                  </a:ext>
                </a:extLst>
              </p:cNvPr>
              <p:cNvSpPr txBox="1"/>
              <p:nvPr/>
            </p:nvSpPr>
            <p:spPr>
              <a:xfrm>
                <a:off x="7111273" y="1954468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11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293F50-7471-A4C6-8175-C7E860D71A09}"/>
                  </a:ext>
                </a:extLst>
              </p:cNvPr>
              <p:cNvSpPr txBox="1"/>
              <p:nvPr/>
            </p:nvSpPr>
            <p:spPr>
              <a:xfrm>
                <a:off x="5872433" y="2612529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10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2C8042-2B1F-3A94-0F6E-FC20C07FED6B}"/>
                  </a:ext>
                </a:extLst>
              </p:cNvPr>
              <p:cNvSpPr txBox="1"/>
              <p:nvPr/>
            </p:nvSpPr>
            <p:spPr>
              <a:xfrm>
                <a:off x="4594660" y="219656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8EEB048-7E3F-8037-F177-706326C76FF6}"/>
                  </a:ext>
                </a:extLst>
              </p:cNvPr>
              <p:cNvSpPr txBox="1"/>
              <p:nvPr/>
            </p:nvSpPr>
            <p:spPr>
              <a:xfrm>
                <a:off x="4542867" y="-10150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91F6F09-E8D7-BC6E-E719-88B4ACF185AD}"/>
                  </a:ext>
                </a:extLst>
              </p:cNvPr>
              <p:cNvSpPr txBox="1"/>
              <p:nvPr/>
            </p:nvSpPr>
            <p:spPr>
              <a:xfrm>
                <a:off x="6303961" y="488990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2DDFB46-B913-E555-7254-7858BD18E43C}"/>
                  </a:ext>
                </a:extLst>
              </p:cNvPr>
              <p:cNvSpPr txBox="1"/>
              <p:nvPr/>
            </p:nvSpPr>
            <p:spPr>
              <a:xfrm>
                <a:off x="7049813" y="454796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61B6B43-04B8-BE7D-15BC-25E911EA1BB9}"/>
                  </a:ext>
                </a:extLst>
              </p:cNvPr>
              <p:cNvSpPr txBox="1"/>
              <p:nvPr/>
            </p:nvSpPr>
            <p:spPr>
              <a:xfrm>
                <a:off x="6365676" y="367310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59BC833-CCCB-2FF9-B55F-82CD555CC268}"/>
                  </a:ext>
                </a:extLst>
              </p:cNvPr>
              <p:cNvSpPr txBox="1"/>
              <p:nvPr/>
            </p:nvSpPr>
            <p:spPr>
              <a:xfrm>
                <a:off x="4015707" y="279719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A0318E5-6D9D-0015-7636-42DC3641D55D}"/>
                  </a:ext>
                </a:extLst>
              </p:cNvPr>
              <p:cNvSpPr txBox="1"/>
              <p:nvPr/>
            </p:nvSpPr>
            <p:spPr>
              <a:xfrm>
                <a:off x="8731789" y="4600702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0EDA818-FC1F-9D0A-0E94-431C958F2F22}"/>
                  </a:ext>
                </a:extLst>
              </p:cNvPr>
              <p:cNvSpPr txBox="1"/>
              <p:nvPr/>
            </p:nvSpPr>
            <p:spPr>
              <a:xfrm>
                <a:off x="7582703" y="34290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E1489D8-84EB-2F86-D45D-93134DE96939}"/>
                </a:ext>
              </a:extLst>
            </p:cNvPr>
            <p:cNvSpPr/>
            <p:nvPr/>
          </p:nvSpPr>
          <p:spPr>
            <a:xfrm>
              <a:off x="4788386" y="5659716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56C440A-56E9-9402-1184-9F21F5042EB2}"/>
                </a:ext>
              </a:extLst>
            </p:cNvPr>
            <p:cNvSpPr/>
            <p:nvPr/>
          </p:nvSpPr>
          <p:spPr>
            <a:xfrm>
              <a:off x="6127201" y="6581846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412D31E5-7146-22A0-AF2D-BE474B4174FB}"/>
                </a:ext>
              </a:extLst>
            </p:cNvPr>
            <p:cNvSpPr/>
            <p:nvPr/>
          </p:nvSpPr>
          <p:spPr>
            <a:xfrm>
              <a:off x="9601039" y="4858652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DA81722-6D98-FA4A-472B-CF744A5084DE}"/>
                </a:ext>
              </a:extLst>
            </p:cNvPr>
            <p:cNvSpPr/>
            <p:nvPr/>
          </p:nvSpPr>
          <p:spPr>
            <a:xfrm>
              <a:off x="4069815" y="1964987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C17A2BF-BBD4-5626-7820-B94AED944B97}"/>
              </a:ext>
            </a:extLst>
          </p:cNvPr>
          <p:cNvSpPr txBox="1"/>
          <p:nvPr/>
        </p:nvSpPr>
        <p:spPr>
          <a:xfrm>
            <a:off x="4520919" y="5918716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E17CA5-C8FE-A62B-0FB8-1F725B7F3580}"/>
              </a:ext>
            </a:extLst>
          </p:cNvPr>
          <p:cNvSpPr txBox="1"/>
          <p:nvPr/>
        </p:nvSpPr>
        <p:spPr>
          <a:xfrm>
            <a:off x="6281250" y="6537118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R90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2A9AC56-4533-05D8-0421-76B530BB20DB}"/>
              </a:ext>
            </a:extLst>
          </p:cNvPr>
          <p:cNvSpPr txBox="1"/>
          <p:nvPr/>
        </p:nvSpPr>
        <p:spPr>
          <a:xfrm>
            <a:off x="5872433" y="4885284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8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348ADA-3C7F-3B34-B1E4-EB133C818A09}"/>
              </a:ext>
            </a:extLst>
          </p:cNvPr>
          <p:cNvSpPr txBox="1"/>
          <p:nvPr/>
        </p:nvSpPr>
        <p:spPr>
          <a:xfrm>
            <a:off x="3703975" y="389693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R70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B82D2E-266F-F457-2E4C-553A7CE59B6D}"/>
              </a:ext>
            </a:extLst>
          </p:cNvPr>
          <p:cNvSpPr txBox="1"/>
          <p:nvPr/>
        </p:nvSpPr>
        <p:spPr>
          <a:xfrm>
            <a:off x="4138123" y="1909444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6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CB49615-DF9C-1BD3-7301-22C583A5C46A}"/>
              </a:ext>
            </a:extLst>
          </p:cNvPr>
          <p:cNvSpPr txBox="1"/>
          <p:nvPr/>
        </p:nvSpPr>
        <p:spPr>
          <a:xfrm>
            <a:off x="6303961" y="2856720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1239AB8-ACC5-DA04-E44E-1B69B5F66EAE}"/>
              </a:ext>
            </a:extLst>
          </p:cNvPr>
          <p:cNvSpPr txBox="1"/>
          <p:nvPr/>
        </p:nvSpPr>
        <p:spPr>
          <a:xfrm>
            <a:off x="4916864" y="247283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4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90CCFE-1426-F3CE-B7A6-7B666271A1FC}"/>
              </a:ext>
            </a:extLst>
          </p:cNvPr>
          <p:cNvSpPr txBox="1"/>
          <p:nvPr/>
        </p:nvSpPr>
        <p:spPr>
          <a:xfrm>
            <a:off x="2598488" y="229449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R30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8A495C-A22C-0B13-EE19-544EA8F2C576}"/>
              </a:ext>
            </a:extLst>
          </p:cNvPr>
          <p:cNvSpPr txBox="1"/>
          <p:nvPr/>
        </p:nvSpPr>
        <p:spPr>
          <a:xfrm>
            <a:off x="3432122" y="272986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2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0CCB52-389A-1115-4AA3-28C536076DBF}"/>
              </a:ext>
            </a:extLst>
          </p:cNvPr>
          <p:cNvSpPr txBox="1"/>
          <p:nvPr/>
        </p:nvSpPr>
        <p:spPr>
          <a:xfrm>
            <a:off x="5027222" y="609808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2A0901-2D24-5C7A-B894-8CC84BAFAD7B}"/>
              </a:ext>
            </a:extLst>
          </p:cNvPr>
          <p:cNvSpPr txBox="1"/>
          <p:nvPr/>
        </p:nvSpPr>
        <p:spPr>
          <a:xfrm>
            <a:off x="6967401" y="1166710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9C310-3A96-1802-B4A5-BE1343ACBBD1}"/>
              </a:ext>
            </a:extLst>
          </p:cNvPr>
          <p:cNvSpPr txBox="1"/>
          <p:nvPr/>
        </p:nvSpPr>
        <p:spPr>
          <a:xfrm>
            <a:off x="283421" y="119658"/>
            <a:ext cx="1689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 MW new load</a:t>
            </a:r>
          </a:p>
        </p:txBody>
      </p:sp>
      <p:pic>
        <p:nvPicPr>
          <p:cNvPr id="46" name="Picture 45" descr="Chart&#10;&#10;AI-generated content may be incorrect.">
            <a:extLst>
              <a:ext uri="{FF2B5EF4-FFF2-40B4-BE49-F238E27FC236}">
                <a16:creationId xmlns:a16="http://schemas.microsoft.com/office/drawing/2014/main" id="{48DDD404-E7FD-CF92-E150-5313C7AF07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272" y="-1161288"/>
            <a:ext cx="6830582" cy="888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31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3E287-9D0C-6814-1DEB-BBBEFD3C8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490C9238-8596-A451-F7AD-F56E6E94CA82}"/>
              </a:ext>
            </a:extLst>
          </p:cNvPr>
          <p:cNvGrpSpPr/>
          <p:nvPr/>
        </p:nvGrpSpPr>
        <p:grpSpPr>
          <a:xfrm>
            <a:off x="2205839" y="-10150"/>
            <a:ext cx="7934371" cy="6878300"/>
            <a:chOff x="2205839" y="-10150"/>
            <a:chExt cx="7934371" cy="68783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514EF1B1-E11B-D73D-2E5C-74315AC83031}"/>
                </a:ext>
              </a:extLst>
            </p:cNvPr>
            <p:cNvGrpSpPr/>
            <p:nvPr/>
          </p:nvGrpSpPr>
          <p:grpSpPr>
            <a:xfrm>
              <a:off x="2205839" y="-10150"/>
              <a:ext cx="7934371" cy="6868150"/>
              <a:chOff x="2205839" y="-10150"/>
              <a:chExt cx="7934371" cy="686815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335A4A1-CC24-42D5-0D9E-E0041A403E73}"/>
                  </a:ext>
                </a:extLst>
              </p:cNvPr>
              <p:cNvGrpSpPr/>
              <p:nvPr/>
            </p:nvGrpSpPr>
            <p:grpSpPr>
              <a:xfrm>
                <a:off x="2205839" y="0"/>
                <a:ext cx="7934371" cy="6858000"/>
                <a:chOff x="2205839" y="0"/>
                <a:chExt cx="7934371" cy="685800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66DADC42-96E4-1A23-D4B9-7A93FFCA2A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05839" y="0"/>
                  <a:ext cx="7780322" cy="6858000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4C964D9-0452-E263-8644-F91F1643DF45}"/>
                    </a:ext>
                  </a:extLst>
                </p:cNvPr>
                <p:cNvSpPr txBox="1"/>
                <p:nvPr/>
              </p:nvSpPr>
              <p:spPr>
                <a:xfrm>
                  <a:off x="9832112" y="459581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7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D77EFA5-1BE9-70C0-3E47-AAD797CEA34B}"/>
                    </a:ext>
                  </a:extLst>
                </p:cNvPr>
                <p:cNvSpPr txBox="1"/>
                <p:nvPr/>
              </p:nvSpPr>
              <p:spPr>
                <a:xfrm>
                  <a:off x="7890801" y="43633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B74FB4E0-F98B-BFE6-2E03-5DBCD7EE3D20}"/>
                    </a:ext>
                  </a:extLst>
                </p:cNvPr>
                <p:cNvSpPr txBox="1"/>
                <p:nvPr/>
              </p:nvSpPr>
              <p:spPr>
                <a:xfrm>
                  <a:off x="7327037" y="858322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F721A2-524B-FBB2-9F74-EF942B25532B}"/>
                    </a:ext>
                  </a:extLst>
                </p:cNvPr>
                <p:cNvSpPr txBox="1"/>
                <p:nvPr/>
              </p:nvSpPr>
              <p:spPr>
                <a:xfrm>
                  <a:off x="7049813" y="278237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C37EDD1-F7A5-AD15-6588-DB9FFDA9BAB7}"/>
                    </a:ext>
                  </a:extLst>
                </p:cNvPr>
                <p:cNvSpPr txBox="1"/>
                <p:nvPr/>
              </p:nvSpPr>
              <p:spPr>
                <a:xfrm>
                  <a:off x="6411638" y="4685229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3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0448E8E7-0C7A-4A62-7374-5B4AA107F750}"/>
                    </a:ext>
                  </a:extLst>
                </p:cNvPr>
                <p:cNvSpPr txBox="1"/>
                <p:nvPr/>
              </p:nvSpPr>
              <p:spPr>
                <a:xfrm>
                  <a:off x="6281250" y="633305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2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F8C333F-40F2-5505-A9D1-05217022D6E8}"/>
                    </a:ext>
                  </a:extLst>
                </p:cNvPr>
                <p:cNvSpPr txBox="1"/>
                <p:nvPr/>
              </p:nvSpPr>
              <p:spPr>
                <a:xfrm>
                  <a:off x="5421237" y="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12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F75D38E-6A93-53F9-F174-E85F19F5B0D5}"/>
                    </a:ext>
                  </a:extLst>
                </p:cNvPr>
                <p:cNvSpPr txBox="1"/>
                <p:nvPr/>
              </p:nvSpPr>
              <p:spPr>
                <a:xfrm>
                  <a:off x="5278331" y="19544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9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F044323-89B7-76E0-F358-106B9BF5E7FC}"/>
                    </a:ext>
                  </a:extLst>
                </p:cNvPr>
                <p:cNvSpPr txBox="1"/>
                <p:nvPr/>
              </p:nvSpPr>
              <p:spPr>
                <a:xfrm>
                  <a:off x="2608064" y="1910834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10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7FF8B0C-627A-CDAA-89AC-3D7B13B4AD8F}"/>
                    </a:ext>
                  </a:extLst>
                </p:cNvPr>
                <p:cNvSpPr txBox="1"/>
                <p:nvPr/>
              </p:nvSpPr>
              <p:spPr>
                <a:xfrm>
                  <a:off x="3125317" y="554938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84B41FC-9348-C251-5EA2-6388C903BFA6}"/>
                    </a:ext>
                  </a:extLst>
                </p:cNvPr>
                <p:cNvSpPr txBox="1"/>
                <p:nvPr/>
              </p:nvSpPr>
              <p:spPr>
                <a:xfrm>
                  <a:off x="3505440" y="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11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CD138BF-3ABC-8D33-17CC-BE0450C3EDBF}"/>
                    </a:ext>
                  </a:extLst>
                </p:cNvPr>
                <p:cNvSpPr txBox="1"/>
                <p:nvPr/>
              </p:nvSpPr>
              <p:spPr>
                <a:xfrm>
                  <a:off x="4257915" y="17261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071E7E94-7BE8-6B5F-2F54-0409027475DF}"/>
                    </a:ext>
                  </a:extLst>
                </p:cNvPr>
                <p:cNvSpPr txBox="1"/>
                <p:nvPr/>
              </p:nvSpPr>
              <p:spPr>
                <a:xfrm>
                  <a:off x="4480288" y="375023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4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463FF91-38AA-E1B1-D1D6-46C61D09D86E}"/>
                    </a:ext>
                  </a:extLst>
                </p:cNvPr>
                <p:cNvSpPr txBox="1"/>
                <p:nvPr/>
              </p:nvSpPr>
              <p:spPr>
                <a:xfrm>
                  <a:off x="4805041" y="518005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E7C0FA-27DC-094B-F091-F58C19C573A3}"/>
                  </a:ext>
                </a:extLst>
              </p:cNvPr>
              <p:cNvSpPr txBox="1"/>
              <p:nvPr/>
            </p:nvSpPr>
            <p:spPr>
              <a:xfrm>
                <a:off x="3965179" y="548899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91E31C-98FE-7597-B51F-F74AAC6C82AF}"/>
                  </a:ext>
                </a:extLst>
              </p:cNvPr>
              <p:cNvSpPr txBox="1"/>
              <p:nvPr/>
            </p:nvSpPr>
            <p:spPr>
              <a:xfrm>
                <a:off x="3668913" y="448932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071328-A725-5793-2C6F-9F6759FC7805}"/>
                  </a:ext>
                </a:extLst>
              </p:cNvPr>
              <p:cNvSpPr txBox="1"/>
              <p:nvPr/>
            </p:nvSpPr>
            <p:spPr>
              <a:xfrm>
                <a:off x="5562445" y="58028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BB3879-0339-D08A-D22F-EF86AD2EAD09}"/>
                  </a:ext>
                </a:extLst>
              </p:cNvPr>
              <p:cNvSpPr txBox="1"/>
              <p:nvPr/>
            </p:nvSpPr>
            <p:spPr>
              <a:xfrm>
                <a:off x="5408396" y="490832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936880-3F73-AABD-4270-A1B57E4FA234}"/>
                  </a:ext>
                </a:extLst>
              </p:cNvPr>
              <p:cNvSpPr txBox="1"/>
              <p:nvPr/>
            </p:nvSpPr>
            <p:spPr>
              <a:xfrm>
                <a:off x="4441609" y="467398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7DBBD8-85B1-448D-B345-061A42DC52F0}"/>
                  </a:ext>
                </a:extLst>
              </p:cNvPr>
              <p:cNvSpPr txBox="1"/>
              <p:nvPr/>
            </p:nvSpPr>
            <p:spPr>
              <a:xfrm>
                <a:off x="6257589" y="547654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A6C2885-B2B9-DF2A-DADD-796FC1759A78}"/>
                  </a:ext>
                </a:extLst>
              </p:cNvPr>
              <p:cNvSpPr txBox="1"/>
              <p:nvPr/>
            </p:nvSpPr>
            <p:spPr>
              <a:xfrm>
                <a:off x="5306613" y="41148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063D289-A26F-D378-DC65-6A1192C984E5}"/>
                  </a:ext>
                </a:extLst>
              </p:cNvPr>
              <p:cNvSpPr txBox="1"/>
              <p:nvPr/>
            </p:nvSpPr>
            <p:spPr>
              <a:xfrm>
                <a:off x="3540025" y="17261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8A8E3C4-A5CE-6CC2-97BC-CABA627B676A}"/>
                  </a:ext>
                </a:extLst>
              </p:cNvPr>
              <p:cNvSpPr txBox="1"/>
              <p:nvPr/>
            </p:nvSpPr>
            <p:spPr>
              <a:xfrm>
                <a:off x="4026944" y="81889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3A6BE15-BB72-A286-6084-B2B39A745221}"/>
                  </a:ext>
                </a:extLst>
              </p:cNvPr>
              <p:cNvSpPr txBox="1"/>
              <p:nvPr/>
            </p:nvSpPr>
            <p:spPr>
              <a:xfrm>
                <a:off x="4889736" y="93928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E3F9209-6A04-82BA-F21E-0B4B6D5E6061}"/>
                  </a:ext>
                </a:extLst>
              </p:cNvPr>
              <p:cNvSpPr txBox="1"/>
              <p:nvPr/>
            </p:nvSpPr>
            <p:spPr>
              <a:xfrm>
                <a:off x="7111273" y="1954468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11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840B669-C1A2-509E-3152-51C2C8ED74F8}"/>
                  </a:ext>
                </a:extLst>
              </p:cNvPr>
              <p:cNvSpPr txBox="1"/>
              <p:nvPr/>
            </p:nvSpPr>
            <p:spPr>
              <a:xfrm>
                <a:off x="5872433" y="2612529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10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E9C5E68-22E7-8C8A-80BF-4E3E6B5EAB19}"/>
                  </a:ext>
                </a:extLst>
              </p:cNvPr>
              <p:cNvSpPr txBox="1"/>
              <p:nvPr/>
            </p:nvSpPr>
            <p:spPr>
              <a:xfrm>
                <a:off x="4594660" y="219656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AB0750-059B-32B3-3B49-17C2C0BB2A07}"/>
                  </a:ext>
                </a:extLst>
              </p:cNvPr>
              <p:cNvSpPr txBox="1"/>
              <p:nvPr/>
            </p:nvSpPr>
            <p:spPr>
              <a:xfrm>
                <a:off x="4542867" y="-10150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F94487A-D25C-FC9E-BBE5-EB9025F2B4DA}"/>
                  </a:ext>
                </a:extLst>
              </p:cNvPr>
              <p:cNvSpPr txBox="1"/>
              <p:nvPr/>
            </p:nvSpPr>
            <p:spPr>
              <a:xfrm>
                <a:off x="6303961" y="488990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9ABAA89-BA8D-8D8C-94A0-ED9F1805DAD7}"/>
                  </a:ext>
                </a:extLst>
              </p:cNvPr>
              <p:cNvSpPr txBox="1"/>
              <p:nvPr/>
            </p:nvSpPr>
            <p:spPr>
              <a:xfrm>
                <a:off x="7049813" y="454796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F9C3272-F379-816F-AD64-6CCC86892ECB}"/>
                  </a:ext>
                </a:extLst>
              </p:cNvPr>
              <p:cNvSpPr txBox="1"/>
              <p:nvPr/>
            </p:nvSpPr>
            <p:spPr>
              <a:xfrm>
                <a:off x="6365676" y="367310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FD148B0-3B1D-8618-81E3-30DEA634449B}"/>
                  </a:ext>
                </a:extLst>
              </p:cNvPr>
              <p:cNvSpPr txBox="1"/>
              <p:nvPr/>
            </p:nvSpPr>
            <p:spPr>
              <a:xfrm>
                <a:off x="4015707" y="279719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3BBA84-F4FD-8150-00A5-249AADF944F2}"/>
                  </a:ext>
                </a:extLst>
              </p:cNvPr>
              <p:cNvSpPr txBox="1"/>
              <p:nvPr/>
            </p:nvSpPr>
            <p:spPr>
              <a:xfrm>
                <a:off x="8731789" y="4600702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5E236E7-87B5-EF51-C4B8-EB9FDD9A2C02}"/>
                  </a:ext>
                </a:extLst>
              </p:cNvPr>
              <p:cNvSpPr txBox="1"/>
              <p:nvPr/>
            </p:nvSpPr>
            <p:spPr>
              <a:xfrm>
                <a:off x="7582703" y="34290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451B05E-6837-DEBA-272C-7E99DA050A97}"/>
                </a:ext>
              </a:extLst>
            </p:cNvPr>
            <p:cNvSpPr/>
            <p:nvPr/>
          </p:nvSpPr>
          <p:spPr>
            <a:xfrm>
              <a:off x="4788386" y="5659716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26FAF68-3D2D-848A-D69C-DFE147269666}"/>
                </a:ext>
              </a:extLst>
            </p:cNvPr>
            <p:cNvSpPr/>
            <p:nvPr/>
          </p:nvSpPr>
          <p:spPr>
            <a:xfrm>
              <a:off x="6127201" y="6581846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E614B18-71C5-6F01-5AA4-A0C3946F3A63}"/>
                </a:ext>
              </a:extLst>
            </p:cNvPr>
            <p:cNvSpPr/>
            <p:nvPr/>
          </p:nvSpPr>
          <p:spPr>
            <a:xfrm>
              <a:off x="9601039" y="4858652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A7E0298-C24B-8F95-EFFF-C23B81630FFD}"/>
                </a:ext>
              </a:extLst>
            </p:cNvPr>
            <p:cNvSpPr/>
            <p:nvPr/>
          </p:nvSpPr>
          <p:spPr>
            <a:xfrm>
              <a:off x="4069815" y="1964987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7D001D01-6D6F-8CF8-ECA5-6BFB08B3541A}"/>
              </a:ext>
            </a:extLst>
          </p:cNvPr>
          <p:cNvSpPr txBox="1"/>
          <p:nvPr/>
        </p:nvSpPr>
        <p:spPr>
          <a:xfrm>
            <a:off x="4520919" y="5918716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992B77-8EB3-7487-C5C1-283B4458FC79}"/>
              </a:ext>
            </a:extLst>
          </p:cNvPr>
          <p:cNvSpPr txBox="1"/>
          <p:nvPr/>
        </p:nvSpPr>
        <p:spPr>
          <a:xfrm>
            <a:off x="6281250" y="6537118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R90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F4FE27-52BE-A35D-A7DF-A4A3E773DB7E}"/>
              </a:ext>
            </a:extLst>
          </p:cNvPr>
          <p:cNvSpPr txBox="1"/>
          <p:nvPr/>
        </p:nvSpPr>
        <p:spPr>
          <a:xfrm>
            <a:off x="5872433" y="4885284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8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762BB4-3661-20D9-1E89-4670E6896C43}"/>
              </a:ext>
            </a:extLst>
          </p:cNvPr>
          <p:cNvSpPr txBox="1"/>
          <p:nvPr/>
        </p:nvSpPr>
        <p:spPr>
          <a:xfrm>
            <a:off x="3703975" y="389693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R70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DEAC1FE-EE24-7E5E-102A-B9EF8E32AF26}"/>
              </a:ext>
            </a:extLst>
          </p:cNvPr>
          <p:cNvSpPr txBox="1"/>
          <p:nvPr/>
        </p:nvSpPr>
        <p:spPr>
          <a:xfrm>
            <a:off x="4138123" y="1909444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6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EE5A57-CD3D-AFA8-0E03-CE3D2F442A8A}"/>
              </a:ext>
            </a:extLst>
          </p:cNvPr>
          <p:cNvSpPr txBox="1"/>
          <p:nvPr/>
        </p:nvSpPr>
        <p:spPr>
          <a:xfrm>
            <a:off x="6303961" y="2856720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D406015-0DD8-348B-9B5B-18BBBEC0496E}"/>
              </a:ext>
            </a:extLst>
          </p:cNvPr>
          <p:cNvSpPr txBox="1"/>
          <p:nvPr/>
        </p:nvSpPr>
        <p:spPr>
          <a:xfrm>
            <a:off x="4916864" y="247283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4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B41841-823C-C3D6-E868-9CE37C3ABBA8}"/>
              </a:ext>
            </a:extLst>
          </p:cNvPr>
          <p:cNvSpPr txBox="1"/>
          <p:nvPr/>
        </p:nvSpPr>
        <p:spPr>
          <a:xfrm>
            <a:off x="2598488" y="229449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R30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4A6202-52E1-86AD-AF67-1E2FB5D8D11C}"/>
              </a:ext>
            </a:extLst>
          </p:cNvPr>
          <p:cNvSpPr txBox="1"/>
          <p:nvPr/>
        </p:nvSpPr>
        <p:spPr>
          <a:xfrm>
            <a:off x="3432122" y="272986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2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BF3F35-6A13-1679-8032-2933620C3EAE}"/>
              </a:ext>
            </a:extLst>
          </p:cNvPr>
          <p:cNvSpPr txBox="1"/>
          <p:nvPr/>
        </p:nvSpPr>
        <p:spPr>
          <a:xfrm>
            <a:off x="5027222" y="609808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943114-1C45-D8A2-4EED-4554AB551F72}"/>
              </a:ext>
            </a:extLst>
          </p:cNvPr>
          <p:cNvSpPr txBox="1"/>
          <p:nvPr/>
        </p:nvSpPr>
        <p:spPr>
          <a:xfrm>
            <a:off x="6967401" y="1166710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88D409-CC61-2D01-B1AF-842909A4FF60}"/>
              </a:ext>
            </a:extLst>
          </p:cNvPr>
          <p:cNvSpPr txBox="1"/>
          <p:nvPr/>
        </p:nvSpPr>
        <p:spPr>
          <a:xfrm>
            <a:off x="283421" y="119658"/>
            <a:ext cx="1813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 MW new load</a:t>
            </a:r>
          </a:p>
        </p:txBody>
      </p:sp>
      <p:pic>
        <p:nvPicPr>
          <p:cNvPr id="46" name="Picture 45" descr="Chart&#10;&#10;AI-generated content may be incorrect.">
            <a:extLst>
              <a:ext uri="{FF2B5EF4-FFF2-40B4-BE49-F238E27FC236}">
                <a16:creationId xmlns:a16="http://schemas.microsoft.com/office/drawing/2014/main" id="{D0F5E40D-30B5-E09E-1CDD-FAE4116B519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272" y="-1161288"/>
            <a:ext cx="6830582" cy="888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335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B2810-A044-9B14-BF3C-2A9A2C1D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775726E-1DF2-AA4D-CB98-8DDD06CFDE2C}"/>
              </a:ext>
            </a:extLst>
          </p:cNvPr>
          <p:cNvGrpSpPr/>
          <p:nvPr/>
        </p:nvGrpSpPr>
        <p:grpSpPr>
          <a:xfrm>
            <a:off x="2205839" y="-10150"/>
            <a:ext cx="7934371" cy="6885822"/>
            <a:chOff x="2205839" y="-10150"/>
            <a:chExt cx="7934371" cy="688582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4BE129D-86DF-881C-0C07-716898E75483}"/>
                </a:ext>
              </a:extLst>
            </p:cNvPr>
            <p:cNvGrpSpPr/>
            <p:nvPr/>
          </p:nvGrpSpPr>
          <p:grpSpPr>
            <a:xfrm>
              <a:off x="2205839" y="-10150"/>
              <a:ext cx="7934371" cy="6878300"/>
              <a:chOff x="2205839" y="-10150"/>
              <a:chExt cx="7934371" cy="68783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3C221F29-A6F3-74A4-4FBC-98AA44A76758}"/>
                  </a:ext>
                </a:extLst>
              </p:cNvPr>
              <p:cNvGrpSpPr/>
              <p:nvPr/>
            </p:nvGrpSpPr>
            <p:grpSpPr>
              <a:xfrm>
                <a:off x="2205839" y="-10150"/>
                <a:ext cx="7934371" cy="6868150"/>
                <a:chOff x="2205839" y="-10150"/>
                <a:chExt cx="7934371" cy="6868150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F9E40C5E-A3BC-05DC-76F2-6F16664FFC1B}"/>
                    </a:ext>
                  </a:extLst>
                </p:cNvPr>
                <p:cNvGrpSpPr/>
                <p:nvPr/>
              </p:nvGrpSpPr>
              <p:grpSpPr>
                <a:xfrm>
                  <a:off x="2205839" y="0"/>
                  <a:ext cx="7934371" cy="6858000"/>
                  <a:chOff x="2205839" y="0"/>
                  <a:chExt cx="7934371" cy="6858000"/>
                </a:xfrm>
              </p:grpSpPr>
              <p:pic>
                <p:nvPicPr>
                  <p:cNvPr id="11" name="Picture 10">
                    <a:extLst>
                      <a:ext uri="{FF2B5EF4-FFF2-40B4-BE49-F238E27FC236}">
                        <a16:creationId xmlns:a16="http://schemas.microsoft.com/office/drawing/2014/main" id="{B63D038E-3B16-69B2-3BC4-EA7E610F258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205839" y="0"/>
                    <a:ext cx="7780322" cy="6858000"/>
                  </a:xfrm>
                  <a:prstGeom prst="rect">
                    <a:avLst/>
                  </a:prstGeom>
                </p:spPr>
              </p:pic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9C6E4C50-8E7A-AD8C-D190-E3889C40A984}"/>
                      </a:ext>
                    </a:extLst>
                  </p:cNvPr>
                  <p:cNvSpPr txBox="1"/>
                  <p:nvPr/>
                </p:nvSpPr>
                <p:spPr>
                  <a:xfrm>
                    <a:off x="9832112" y="4595813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9290D534-1E6A-02FA-EA22-34B1F7EA47E7}"/>
                      </a:ext>
                    </a:extLst>
                  </p:cNvPr>
                  <p:cNvSpPr txBox="1"/>
                  <p:nvPr/>
                </p:nvSpPr>
                <p:spPr>
                  <a:xfrm>
                    <a:off x="7890801" y="436330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D8CE6F3F-C06D-BC01-25DC-79D1D769DE47}"/>
                      </a:ext>
                    </a:extLst>
                  </p:cNvPr>
                  <p:cNvSpPr txBox="1"/>
                  <p:nvPr/>
                </p:nvSpPr>
                <p:spPr>
                  <a:xfrm>
                    <a:off x="7327037" y="858322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A383C4F3-FDF9-A4C9-AC08-BC5A096F2B7C}"/>
                      </a:ext>
                    </a:extLst>
                  </p:cNvPr>
                  <p:cNvSpPr txBox="1"/>
                  <p:nvPr/>
                </p:nvSpPr>
                <p:spPr>
                  <a:xfrm>
                    <a:off x="7049813" y="2782372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E2AB7BE5-F22D-730E-D3BE-06A4B2E0910B}"/>
                      </a:ext>
                    </a:extLst>
                  </p:cNvPr>
                  <p:cNvSpPr txBox="1"/>
                  <p:nvPr/>
                </p:nvSpPr>
                <p:spPr>
                  <a:xfrm>
                    <a:off x="6411638" y="4685229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5FDFB27-FBB0-0713-08A7-82783D10EEFE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250" y="6333054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1F2918DB-4582-3721-8F62-0878E8EE4138}"/>
                      </a:ext>
                    </a:extLst>
                  </p:cNvPr>
                  <p:cNvSpPr txBox="1"/>
                  <p:nvPr/>
                </p:nvSpPr>
                <p:spPr>
                  <a:xfrm>
                    <a:off x="5421237" y="0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D3C8ECFA-B68A-AEDE-F8AF-DE9FF43C3EB8}"/>
                      </a:ext>
                    </a:extLst>
                  </p:cNvPr>
                  <p:cNvSpPr txBox="1"/>
                  <p:nvPr/>
                </p:nvSpPr>
                <p:spPr>
                  <a:xfrm>
                    <a:off x="5278331" y="1954468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552A742A-7F2E-3EBD-005F-57B58D10E658}"/>
                      </a:ext>
                    </a:extLst>
                  </p:cNvPr>
                  <p:cNvSpPr txBox="1"/>
                  <p:nvPr/>
                </p:nvSpPr>
                <p:spPr>
                  <a:xfrm>
                    <a:off x="2608064" y="1910834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B6BC84F0-2226-1044-4362-83B6F3A65629}"/>
                      </a:ext>
                    </a:extLst>
                  </p:cNvPr>
                  <p:cNvSpPr txBox="1"/>
                  <p:nvPr/>
                </p:nvSpPr>
                <p:spPr>
                  <a:xfrm>
                    <a:off x="3125317" y="5549384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7B27847F-884B-003C-89FB-675F2B47242B}"/>
                      </a:ext>
                    </a:extLst>
                  </p:cNvPr>
                  <p:cNvSpPr txBox="1"/>
                  <p:nvPr/>
                </p:nvSpPr>
                <p:spPr>
                  <a:xfrm>
                    <a:off x="3505440" y="0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4E98D96E-F8B0-0E28-97BC-80F0B02D5077}"/>
                      </a:ext>
                    </a:extLst>
                  </p:cNvPr>
                  <p:cNvSpPr txBox="1"/>
                  <p:nvPr/>
                </p:nvSpPr>
                <p:spPr>
                  <a:xfrm>
                    <a:off x="4257915" y="1726168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5DC5723-A1DF-074F-828E-07195084B841}"/>
                      </a:ext>
                    </a:extLst>
                  </p:cNvPr>
                  <p:cNvSpPr txBox="1"/>
                  <p:nvPr/>
                </p:nvSpPr>
                <p:spPr>
                  <a:xfrm>
                    <a:off x="4480288" y="375023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F01928CA-8A4F-ED07-B244-AE43C3F3AEE7}"/>
                      </a:ext>
                    </a:extLst>
                  </p:cNvPr>
                  <p:cNvSpPr txBox="1"/>
                  <p:nvPr/>
                </p:nvSpPr>
                <p:spPr>
                  <a:xfrm>
                    <a:off x="4805041" y="5180052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7B864EA-430A-BBF7-BD1D-8527A84CE310}"/>
                    </a:ext>
                  </a:extLst>
                </p:cNvPr>
                <p:cNvSpPr txBox="1"/>
                <p:nvPr/>
              </p:nvSpPr>
              <p:spPr>
                <a:xfrm>
                  <a:off x="3965179" y="548899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5B88093-58B0-6ED9-992B-DE39759F78E3}"/>
                    </a:ext>
                  </a:extLst>
                </p:cNvPr>
                <p:cNvSpPr txBox="1"/>
                <p:nvPr/>
              </p:nvSpPr>
              <p:spPr>
                <a:xfrm>
                  <a:off x="3668913" y="448932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FFAE6E52-470C-57DC-97BE-31E22DE976EA}"/>
                    </a:ext>
                  </a:extLst>
                </p:cNvPr>
                <p:cNvSpPr txBox="1"/>
                <p:nvPr/>
              </p:nvSpPr>
              <p:spPr>
                <a:xfrm>
                  <a:off x="5562445" y="58028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08C4DF02-F60A-E7D5-1FB9-717D62DA7306}"/>
                    </a:ext>
                  </a:extLst>
                </p:cNvPr>
                <p:cNvSpPr txBox="1"/>
                <p:nvPr/>
              </p:nvSpPr>
              <p:spPr>
                <a:xfrm>
                  <a:off x="5408396" y="490832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283AB33-DF7D-A1C6-428A-72C2653077CA}"/>
                    </a:ext>
                  </a:extLst>
                </p:cNvPr>
                <p:cNvSpPr txBox="1"/>
                <p:nvPr/>
              </p:nvSpPr>
              <p:spPr>
                <a:xfrm>
                  <a:off x="4441609" y="467398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D6195CE-1B05-9679-8054-862AE992002E}"/>
                    </a:ext>
                  </a:extLst>
                </p:cNvPr>
                <p:cNvSpPr txBox="1"/>
                <p:nvPr/>
              </p:nvSpPr>
              <p:spPr>
                <a:xfrm>
                  <a:off x="6257589" y="547654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95E4DC7-C41D-E5D8-05CF-6C4D02A1C222}"/>
                    </a:ext>
                  </a:extLst>
                </p:cNvPr>
                <p:cNvSpPr txBox="1"/>
                <p:nvPr/>
              </p:nvSpPr>
              <p:spPr>
                <a:xfrm>
                  <a:off x="5306613" y="41148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4CDA0D-6F4F-7F85-2B0D-093B3514218B}"/>
                    </a:ext>
                  </a:extLst>
                </p:cNvPr>
                <p:cNvSpPr txBox="1"/>
                <p:nvPr/>
              </p:nvSpPr>
              <p:spPr>
                <a:xfrm>
                  <a:off x="3540025" y="17261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A4F1358-C004-B31D-6BA3-A7E5C0E6387E}"/>
                    </a:ext>
                  </a:extLst>
                </p:cNvPr>
                <p:cNvSpPr txBox="1"/>
                <p:nvPr/>
              </p:nvSpPr>
              <p:spPr>
                <a:xfrm>
                  <a:off x="4026944" y="81889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75BFAE-CD7A-65CC-2BA6-53396131226F}"/>
                    </a:ext>
                  </a:extLst>
                </p:cNvPr>
                <p:cNvSpPr txBox="1"/>
                <p:nvPr/>
              </p:nvSpPr>
              <p:spPr>
                <a:xfrm>
                  <a:off x="4889736" y="93928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1ACA8BF7-6A3E-1E0B-89F9-645F330BE947}"/>
                    </a:ext>
                  </a:extLst>
                </p:cNvPr>
                <p:cNvSpPr txBox="1"/>
                <p:nvPr/>
              </p:nvSpPr>
              <p:spPr>
                <a:xfrm>
                  <a:off x="7111273" y="1954468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11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3039858-7DA2-2800-7B91-8CB20D54C771}"/>
                    </a:ext>
                  </a:extLst>
                </p:cNvPr>
                <p:cNvSpPr txBox="1"/>
                <p:nvPr/>
              </p:nvSpPr>
              <p:spPr>
                <a:xfrm>
                  <a:off x="5872433" y="2612529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10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0A8C941-C59C-4B9F-97C0-33111D3BE77A}"/>
                    </a:ext>
                  </a:extLst>
                </p:cNvPr>
                <p:cNvSpPr txBox="1"/>
                <p:nvPr/>
              </p:nvSpPr>
              <p:spPr>
                <a:xfrm>
                  <a:off x="4594660" y="2196565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12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643B5A3-F68B-5AD3-BB17-5407CBB5ACC0}"/>
                    </a:ext>
                  </a:extLst>
                </p:cNvPr>
                <p:cNvSpPr txBox="1"/>
                <p:nvPr/>
              </p:nvSpPr>
              <p:spPr>
                <a:xfrm>
                  <a:off x="4542867" y="-1015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13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65B001F1-2296-3C07-F573-0B694DFEBB01}"/>
                    </a:ext>
                  </a:extLst>
                </p:cNvPr>
                <p:cNvSpPr txBox="1"/>
                <p:nvPr/>
              </p:nvSpPr>
              <p:spPr>
                <a:xfrm>
                  <a:off x="6303961" y="48899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14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A45765AD-3F76-6EFB-3E68-7BFC31685283}"/>
                    </a:ext>
                  </a:extLst>
                </p:cNvPr>
                <p:cNvSpPr txBox="1"/>
                <p:nvPr/>
              </p:nvSpPr>
              <p:spPr>
                <a:xfrm>
                  <a:off x="7049813" y="454796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FEC78D6-6831-3C92-8955-E0F24C64B231}"/>
                    </a:ext>
                  </a:extLst>
                </p:cNvPr>
                <p:cNvSpPr txBox="1"/>
                <p:nvPr/>
              </p:nvSpPr>
              <p:spPr>
                <a:xfrm>
                  <a:off x="6365676" y="367310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BAEAC1F-DD03-52A9-7FCA-6FC87FC6F8FA}"/>
                    </a:ext>
                  </a:extLst>
                </p:cNvPr>
                <p:cNvSpPr txBox="1"/>
                <p:nvPr/>
              </p:nvSpPr>
              <p:spPr>
                <a:xfrm>
                  <a:off x="4015707" y="2797195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AC9E98C-9CCC-EEEA-101C-5FC943176FE8}"/>
                    </a:ext>
                  </a:extLst>
                </p:cNvPr>
                <p:cNvSpPr txBox="1"/>
                <p:nvPr/>
              </p:nvSpPr>
              <p:spPr>
                <a:xfrm>
                  <a:off x="8731789" y="460070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E692C62-2411-2282-C210-1F9D76139F4C}"/>
                    </a:ext>
                  </a:extLst>
                </p:cNvPr>
                <p:cNvSpPr txBox="1"/>
                <p:nvPr/>
              </p:nvSpPr>
              <p:spPr>
                <a:xfrm>
                  <a:off x="7582703" y="34290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CA71322-022E-2D30-B0DE-689F45490B29}"/>
                  </a:ext>
                </a:extLst>
              </p:cNvPr>
              <p:cNvSpPr/>
              <p:nvPr/>
            </p:nvSpPr>
            <p:spPr>
              <a:xfrm>
                <a:off x="4788386" y="5659716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2113F41-C3BA-73CA-FF40-2131C49D226F}"/>
                  </a:ext>
                </a:extLst>
              </p:cNvPr>
              <p:cNvSpPr/>
              <p:nvPr/>
            </p:nvSpPr>
            <p:spPr>
              <a:xfrm>
                <a:off x="6127201" y="6581846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925CE67F-F26F-2560-360C-4D0CE0BC052D}"/>
                  </a:ext>
                </a:extLst>
              </p:cNvPr>
              <p:cNvSpPr/>
              <p:nvPr/>
            </p:nvSpPr>
            <p:spPr>
              <a:xfrm>
                <a:off x="9601039" y="4858652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CBD647C-1C82-BD19-BCF1-2AC6DFA94DCD}"/>
                  </a:ext>
                </a:extLst>
              </p:cNvPr>
              <p:cNvSpPr/>
              <p:nvPr/>
            </p:nvSpPr>
            <p:spPr>
              <a:xfrm>
                <a:off x="4069815" y="1964987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809FE52-A6DF-A57D-D13F-8FCECA0EA1CE}"/>
                </a:ext>
              </a:extLst>
            </p:cNvPr>
            <p:cNvSpPr txBox="1"/>
            <p:nvPr/>
          </p:nvSpPr>
          <p:spPr>
            <a:xfrm>
              <a:off x="4520919" y="5918716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R100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53BD661-8E3A-14E2-8DB0-8B21AE62ECD0}"/>
                </a:ext>
              </a:extLst>
            </p:cNvPr>
            <p:cNvSpPr txBox="1"/>
            <p:nvPr/>
          </p:nvSpPr>
          <p:spPr>
            <a:xfrm>
              <a:off x="6281250" y="6537118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R90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54BEDBB-EDEC-2D17-F988-4649721BEA8A}"/>
                </a:ext>
              </a:extLst>
            </p:cNvPr>
            <p:cNvSpPr txBox="1"/>
            <p:nvPr/>
          </p:nvSpPr>
          <p:spPr>
            <a:xfrm>
              <a:off x="5872433" y="4885284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8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0E4B316-C82E-5DBB-7CC2-54D54700D2A6}"/>
                </a:ext>
              </a:extLst>
            </p:cNvPr>
            <p:cNvSpPr txBox="1"/>
            <p:nvPr/>
          </p:nvSpPr>
          <p:spPr>
            <a:xfrm>
              <a:off x="3703975" y="389693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R70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FF9CBAA-3D0B-A7B9-84F0-ACCBB98E01D8}"/>
                </a:ext>
              </a:extLst>
            </p:cNvPr>
            <p:cNvSpPr txBox="1"/>
            <p:nvPr/>
          </p:nvSpPr>
          <p:spPr>
            <a:xfrm>
              <a:off x="4138123" y="1909444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6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B354760-C461-1677-6C00-B9C5C5BB2358}"/>
                </a:ext>
              </a:extLst>
            </p:cNvPr>
            <p:cNvSpPr txBox="1"/>
            <p:nvPr/>
          </p:nvSpPr>
          <p:spPr>
            <a:xfrm>
              <a:off x="6303961" y="2856720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R50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120C901-5DFB-7A34-1CCA-7A91D3F21D25}"/>
                </a:ext>
              </a:extLst>
            </p:cNvPr>
            <p:cNvSpPr txBox="1"/>
            <p:nvPr/>
          </p:nvSpPr>
          <p:spPr>
            <a:xfrm>
              <a:off x="4916864" y="247283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4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725DE93-8330-F6C1-584B-1B593B36D83C}"/>
                </a:ext>
              </a:extLst>
            </p:cNvPr>
            <p:cNvSpPr txBox="1"/>
            <p:nvPr/>
          </p:nvSpPr>
          <p:spPr>
            <a:xfrm>
              <a:off x="2598488" y="229449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R30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09974C7-C4FA-BACC-802C-BADA39AEAC4D}"/>
                </a:ext>
              </a:extLst>
            </p:cNvPr>
            <p:cNvSpPr txBox="1"/>
            <p:nvPr/>
          </p:nvSpPr>
          <p:spPr>
            <a:xfrm>
              <a:off x="3432122" y="272986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2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DAD514C-F9F7-B0C8-9CAD-05203ED80B3C}"/>
                </a:ext>
              </a:extLst>
            </p:cNvPr>
            <p:cNvSpPr txBox="1"/>
            <p:nvPr/>
          </p:nvSpPr>
          <p:spPr>
            <a:xfrm>
              <a:off x="5027222" y="609808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R10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E84AE18-7097-E9D2-8754-FE11A54F230F}"/>
                </a:ext>
              </a:extLst>
            </p:cNvPr>
            <p:cNvSpPr txBox="1"/>
            <p:nvPr/>
          </p:nvSpPr>
          <p:spPr>
            <a:xfrm>
              <a:off x="6967401" y="1166710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342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3684-39AE-F819-770A-44BB814B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Center Hosting Maps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AF46D9-DD92-3087-2F4F-6F5F22AA54CE}"/>
              </a:ext>
            </a:extLst>
          </p:cNvPr>
          <p:cNvGrpSpPr/>
          <p:nvPr/>
        </p:nvGrpSpPr>
        <p:grpSpPr>
          <a:xfrm>
            <a:off x="4732557" y="1343818"/>
            <a:ext cx="6423780" cy="4924460"/>
            <a:chOff x="4732557" y="1343818"/>
            <a:chExt cx="6423780" cy="4924460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A80FF39E-3890-64AD-BE0A-D2171242D600}"/>
                </a:ext>
              </a:extLst>
            </p:cNvPr>
            <p:cNvSpPr/>
            <p:nvPr/>
          </p:nvSpPr>
          <p:spPr>
            <a:xfrm>
              <a:off x="4737621" y="1343818"/>
              <a:ext cx="4114800" cy="4924460"/>
            </a:xfrm>
            <a:prstGeom prst="roundRect">
              <a:avLst/>
            </a:prstGeom>
            <a:solidFill>
              <a:srgbClr val="F8FBD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102E2678-4FCB-2044-1DB6-08210423FB70}"/>
                </a:ext>
              </a:extLst>
            </p:cNvPr>
            <p:cNvSpPr/>
            <p:nvPr/>
          </p:nvSpPr>
          <p:spPr>
            <a:xfrm>
              <a:off x="5084388" y="1815548"/>
              <a:ext cx="4114800" cy="432164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D92CFC3-0102-220D-D6A3-BB7867AE9F46}"/>
                </a:ext>
              </a:extLst>
            </p:cNvPr>
            <p:cNvSpPr/>
            <p:nvPr/>
          </p:nvSpPr>
          <p:spPr>
            <a:xfrm>
              <a:off x="5365900" y="2296714"/>
              <a:ext cx="4108521" cy="370856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9E595E-AD28-CF5A-7CB9-E57147AD4997}"/>
                </a:ext>
              </a:extLst>
            </p:cNvPr>
            <p:cNvSpPr txBox="1"/>
            <p:nvPr/>
          </p:nvSpPr>
          <p:spPr>
            <a:xfrm rot="16200000">
              <a:off x="3715399" y="3992945"/>
              <a:ext cx="3646915" cy="276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load scenarios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702BD7D-D6D4-1AAC-7496-AAD289B43DE2}"/>
                </a:ext>
              </a:extLst>
            </p:cNvPr>
            <p:cNvSpPr/>
            <p:nvPr/>
          </p:nvSpPr>
          <p:spPr>
            <a:xfrm>
              <a:off x="5669279" y="2743199"/>
              <a:ext cx="4208007" cy="3140765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1200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9E9591C-8EBC-85EE-3B95-EABEA79318AF}"/>
                </a:ext>
              </a:extLst>
            </p:cNvPr>
            <p:cNvSpPr/>
            <p:nvPr/>
          </p:nvSpPr>
          <p:spPr>
            <a:xfrm>
              <a:off x="7296390" y="3076485"/>
              <a:ext cx="2435550" cy="604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POWER FLOW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…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028331-8F39-E389-A33C-968F688AD004}"/>
                </a:ext>
              </a:extLst>
            </p:cNvPr>
            <p:cNvSpPr txBox="1"/>
            <p:nvPr/>
          </p:nvSpPr>
          <p:spPr>
            <a:xfrm>
              <a:off x="6410413" y="2730309"/>
              <a:ext cx="298996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Contingency Analysis (N-1?)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8B913E9-D04C-81AE-8CE3-0322F1209B74}"/>
                </a:ext>
              </a:extLst>
            </p:cNvPr>
            <p:cNvSpPr txBox="1"/>
            <p:nvPr/>
          </p:nvSpPr>
          <p:spPr>
            <a:xfrm>
              <a:off x="5705920" y="3020199"/>
              <a:ext cx="2311637" cy="24314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lines:</a:t>
              </a: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	Drop line</a:t>
              </a:r>
            </a:p>
            <a:p>
              <a:pPr marL="230188" indent="-230188"/>
              <a:endParaRPr lang="en-US" sz="2400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  <a:p>
              <a:pPr marL="230188" indent="-230188"/>
              <a:r>
                <a:rPr lang="en-US" sz="1000" dirty="0">
                  <a:latin typeface="IBM Plex Mono Light" panose="020B0409050203000203" pitchFamily="49" charset="0"/>
                </a:rPr>
                <a:t>For </a:t>
              </a:r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generators:</a:t>
              </a: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	Drop generator:</a:t>
              </a:r>
            </a:p>
            <a:p>
              <a:pPr marL="230188" indent="-230188"/>
              <a:endParaRPr lang="en-US" sz="2400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transformers:</a:t>
              </a:r>
            </a:p>
            <a:p>
              <a:pPr marL="230188" indent="-230188"/>
              <a:r>
                <a:rPr lang="en-US" sz="1000" dirty="0">
                  <a:latin typeface="IBM Plex Mono Light" panose="020B0409050203000203" pitchFamily="49" charset="0"/>
                </a:rPr>
                <a:t>	</a:t>
              </a:r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Drop transformer: </a:t>
              </a:r>
            </a:p>
            <a:p>
              <a:pPr marL="230188" indent="-230188"/>
              <a:endParaRPr lang="en-US" sz="2400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?:</a:t>
              </a:r>
            </a:p>
            <a:p>
              <a:pPr marL="230188" indent="-230188"/>
              <a:r>
                <a:rPr lang="en-US" sz="1000" dirty="0">
                  <a:latin typeface="IBM Plex Mono Light" panose="020B0409050203000203" pitchFamily="49" charset="0"/>
                </a:rPr>
                <a:t>	Drop ?</a:t>
              </a:r>
              <a:endParaRPr lang="en-US" sz="1000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731AED8-8BF7-73A0-5239-BC6C753E44AC}"/>
                </a:ext>
              </a:extLst>
            </p:cNvPr>
            <p:cNvSpPr txBox="1"/>
            <p:nvPr/>
          </p:nvSpPr>
          <p:spPr>
            <a:xfrm>
              <a:off x="5669280" y="2302056"/>
              <a:ext cx="27335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load scenarios:</a:t>
              </a: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	</a:t>
              </a:r>
              <a:r>
                <a:rPr lang="en-US" sz="1000" dirty="0">
                  <a:latin typeface="IBM Plex Mono Light" panose="020B0409050203000203" pitchFamily="49" charset="0"/>
                </a:rPr>
                <a:t>Change loads </a:t>
              </a:r>
              <a:r>
                <a:rPr lang="en-US" sz="1000" strike="sngStrike" dirty="0">
                  <a:latin typeface="IBM Plex Mono Light" panose="020B0409050203000203" pitchFamily="49" charset="0"/>
                </a:rPr>
                <a:t>(</a:t>
              </a:r>
              <a:r>
                <a:rPr lang="en-US" sz="1000" b="1" strike="sngStrike" dirty="0">
                  <a:latin typeface="IBM Plex Mono Light" panose="020B0409050203000203" pitchFamily="49" charset="0"/>
                </a:rPr>
                <a:t>-&gt;OPF</a:t>
              </a:r>
              <a:r>
                <a:rPr lang="en-US" sz="1000" strike="sngStrike" dirty="0">
                  <a:latin typeface="IBM Plex Mono Light" panose="020B0409050203000203" pitchFamily="49" charset="0"/>
                </a:rPr>
                <a:t>)</a:t>
              </a:r>
              <a:endParaRPr lang="en-US" sz="1000" strike="sngStrike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620B34-BE73-B904-1442-2DEEAEA95201}"/>
                </a:ext>
              </a:extLst>
            </p:cNvPr>
            <p:cNvSpPr txBox="1"/>
            <p:nvPr/>
          </p:nvSpPr>
          <p:spPr>
            <a:xfrm rot="16200000">
              <a:off x="3367901" y="3992945"/>
              <a:ext cx="36618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each load bus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B87A49F-40BF-EAF4-5540-3E0D795ABC9A}"/>
                </a:ext>
              </a:extLst>
            </p:cNvPr>
            <p:cNvSpPr txBox="1"/>
            <p:nvPr/>
          </p:nvSpPr>
          <p:spPr>
            <a:xfrm>
              <a:off x="5494945" y="1807835"/>
              <a:ext cx="273358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buses:</a:t>
              </a: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	</a:t>
              </a:r>
              <a:r>
                <a:rPr lang="en-US" sz="1000" dirty="0">
                  <a:latin typeface="IBM Plex Mono Light" panose="020B0409050203000203" pitchFamily="49" charset="0"/>
                </a:rPr>
                <a:t>Apply load increment</a:t>
              </a:r>
              <a:endParaRPr lang="en-US" sz="1000" dirty="0">
                <a:solidFill>
                  <a:schemeClr val="tx1"/>
                </a:solidFill>
                <a:latin typeface="IBM Plex Mono Light" panose="020B0409050203000203" pitchFamily="49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4E248048-1A07-4BF4-5D45-14BC58B9CD1A}"/>
                </a:ext>
              </a:extLst>
            </p:cNvPr>
            <p:cNvSpPr/>
            <p:nvPr/>
          </p:nvSpPr>
          <p:spPr>
            <a:xfrm>
              <a:off x="7296390" y="3750180"/>
              <a:ext cx="2435550" cy="604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POWER FLOW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…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3D20AF4-456A-9886-B878-D3DE077995F7}"/>
                </a:ext>
              </a:extLst>
            </p:cNvPr>
            <p:cNvSpPr/>
            <p:nvPr/>
          </p:nvSpPr>
          <p:spPr>
            <a:xfrm>
              <a:off x="7296390" y="4419600"/>
              <a:ext cx="2435550" cy="604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POWER FLOW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…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47D0955-71EF-B226-F215-2359ADC83DA3}"/>
                </a:ext>
              </a:extLst>
            </p:cNvPr>
            <p:cNvSpPr/>
            <p:nvPr/>
          </p:nvSpPr>
          <p:spPr>
            <a:xfrm>
              <a:off x="7296390" y="5089021"/>
              <a:ext cx="2435550" cy="60451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POWER FLOW</a:t>
              </a:r>
            </a:p>
            <a:p>
              <a:pPr algn="ctr"/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Line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voltage violations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, 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thv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Transformer overloading (</a:t>
              </a:r>
              <a:r>
                <a:rPr lang="en-US" sz="600" dirty="0" err="1">
                  <a:solidFill>
                    <a:schemeClr val="tx1"/>
                  </a:solidFill>
                  <a:latin typeface="IBM Plex Mono Light" panose="020B0409050203000203" pitchFamily="49" charset="0"/>
                </a:rPr>
                <a:t>tlov</a:t>
              </a: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)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sz="6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…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8CEDA9D-3E6E-4D7A-3C0F-54D3204B02DB}"/>
                </a:ext>
              </a:extLst>
            </p:cNvPr>
            <p:cNvSpPr txBox="1"/>
            <p:nvPr/>
          </p:nvSpPr>
          <p:spPr>
            <a:xfrm rot="16200000">
              <a:off x="3040121" y="3992945"/>
              <a:ext cx="36618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numbers of load increments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0B52A8D-416A-FBFF-3D9B-8C70D893E163}"/>
                </a:ext>
              </a:extLst>
            </p:cNvPr>
            <p:cNvSpPr txBox="1"/>
            <p:nvPr/>
          </p:nvSpPr>
          <p:spPr>
            <a:xfrm>
              <a:off x="5060337" y="1387208"/>
              <a:ext cx="60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For </a:t>
              </a:r>
              <a:r>
                <a:rPr lang="en-US" sz="1000" dirty="0">
                  <a:latin typeface="IBM Plex Mono Light" panose="020B0409050203000203" pitchFamily="49" charset="0"/>
                </a:rPr>
                <a:t>increments:</a:t>
              </a:r>
            </a:p>
            <a:p>
              <a:pPr marL="230188" indent="-230188"/>
              <a:r>
                <a:rPr lang="en-US" sz="1000" dirty="0">
                  <a:solidFill>
                    <a:schemeClr val="tx1"/>
                  </a:solidFill>
                  <a:latin typeface="IBM Plex Mono Light" panose="020B0409050203000203" pitchFamily="49" charset="0"/>
                </a:rPr>
                <a:t>	Re-run</a:t>
              </a:r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8CFE53B8-015F-E73D-5170-6F15CF2D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153"/>
          <a:stretch>
            <a:fillRect/>
          </a:stretch>
        </p:blipFill>
        <p:spPr>
          <a:xfrm>
            <a:off x="189134" y="1102136"/>
            <a:ext cx="5259268" cy="494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29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144A8-0EE0-4FDF-344D-C6F25030B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Scenarios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DCC73A8-F4E1-663E-9386-07421DA0E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825"/>
            <a:ext cx="12192000" cy="48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45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2F80-FCCC-D009-115A-CD6E4FD25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EDDE-5F47-FA77-84FA-0B9633808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Scenarios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74104D-786F-D833-5988-A1F8628A6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12825"/>
            <a:ext cx="12192000" cy="483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0378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7084C-D478-B960-C94E-B7F42D64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CF21C-FC4C-9377-98D3-68C1D825A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59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8BFF2-9041-DE20-111C-C9C58B76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C8A0EF54-99D3-AB09-B452-6217446F4F03}"/>
              </a:ext>
            </a:extLst>
          </p:cNvPr>
          <p:cNvGrpSpPr/>
          <p:nvPr/>
        </p:nvGrpSpPr>
        <p:grpSpPr>
          <a:xfrm>
            <a:off x="2205839" y="-10150"/>
            <a:ext cx="7934371" cy="6878300"/>
            <a:chOff x="2205839" y="-10150"/>
            <a:chExt cx="7934371" cy="687830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D8A947C-3E71-0C6F-5FE0-740B015C7C4A}"/>
                </a:ext>
              </a:extLst>
            </p:cNvPr>
            <p:cNvGrpSpPr/>
            <p:nvPr/>
          </p:nvGrpSpPr>
          <p:grpSpPr>
            <a:xfrm>
              <a:off x="2205839" y="-10150"/>
              <a:ext cx="7934371" cy="6868150"/>
              <a:chOff x="2205839" y="-10150"/>
              <a:chExt cx="7934371" cy="6868150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ABC642C3-5C7E-CFE0-E6D0-D9CB3797B9A8}"/>
                  </a:ext>
                </a:extLst>
              </p:cNvPr>
              <p:cNvGrpSpPr/>
              <p:nvPr/>
            </p:nvGrpSpPr>
            <p:grpSpPr>
              <a:xfrm>
                <a:off x="2205839" y="0"/>
                <a:ext cx="7934371" cy="6858000"/>
                <a:chOff x="2205839" y="0"/>
                <a:chExt cx="7934371" cy="685800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BDAE8535-5F50-4BFD-0A07-7678465A9A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205839" y="0"/>
                  <a:ext cx="7780322" cy="6858000"/>
                </a:xfrm>
                <a:prstGeom prst="rect">
                  <a:avLst/>
                </a:prstGeom>
              </p:spPr>
            </p:pic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F95527F-95C9-5B94-A144-EC3881176827}"/>
                    </a:ext>
                  </a:extLst>
                </p:cNvPr>
                <p:cNvSpPr txBox="1"/>
                <p:nvPr/>
              </p:nvSpPr>
              <p:spPr>
                <a:xfrm>
                  <a:off x="9832112" y="459581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7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7A76FBB-9F10-50DA-FF51-F6C6DE58DD2A}"/>
                    </a:ext>
                  </a:extLst>
                </p:cNvPr>
                <p:cNvSpPr txBox="1"/>
                <p:nvPr/>
              </p:nvSpPr>
              <p:spPr>
                <a:xfrm>
                  <a:off x="7890801" y="43633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6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F287781-3D2D-49EE-4D32-A8C6ED1B9878}"/>
                    </a:ext>
                  </a:extLst>
                </p:cNvPr>
                <p:cNvSpPr txBox="1"/>
                <p:nvPr/>
              </p:nvSpPr>
              <p:spPr>
                <a:xfrm>
                  <a:off x="7327037" y="858322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13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8D1809C-2943-DBB3-8374-02A2454F2F70}"/>
                    </a:ext>
                  </a:extLst>
                </p:cNvPr>
                <p:cNvSpPr txBox="1"/>
                <p:nvPr/>
              </p:nvSpPr>
              <p:spPr>
                <a:xfrm>
                  <a:off x="7049813" y="278237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8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2605555-5985-9099-A7CD-95FAA184FF86}"/>
                    </a:ext>
                  </a:extLst>
                </p:cNvPr>
                <p:cNvSpPr txBox="1"/>
                <p:nvPr/>
              </p:nvSpPr>
              <p:spPr>
                <a:xfrm>
                  <a:off x="6411638" y="4685229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3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3AB9B7A-BDD1-57C8-D51E-8117569C5EC5}"/>
                    </a:ext>
                  </a:extLst>
                </p:cNvPr>
                <p:cNvSpPr txBox="1"/>
                <p:nvPr/>
              </p:nvSpPr>
              <p:spPr>
                <a:xfrm>
                  <a:off x="6281250" y="633305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2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1FBC5F5-934C-EFE0-FF4A-1586C329BD3A}"/>
                    </a:ext>
                  </a:extLst>
                </p:cNvPr>
                <p:cNvSpPr txBox="1"/>
                <p:nvPr/>
              </p:nvSpPr>
              <p:spPr>
                <a:xfrm>
                  <a:off x="5421237" y="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12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B6DF172-4CD3-AB4C-8607-A54A3A1C5B19}"/>
                    </a:ext>
                  </a:extLst>
                </p:cNvPr>
                <p:cNvSpPr txBox="1"/>
                <p:nvPr/>
              </p:nvSpPr>
              <p:spPr>
                <a:xfrm>
                  <a:off x="5278331" y="19544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9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E47227B-22C9-54B8-639D-CAB29484CA10}"/>
                    </a:ext>
                  </a:extLst>
                </p:cNvPr>
                <p:cNvSpPr txBox="1"/>
                <p:nvPr/>
              </p:nvSpPr>
              <p:spPr>
                <a:xfrm>
                  <a:off x="2608064" y="1910834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10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8A28040-20E7-9111-D13D-3416D271E673}"/>
                    </a:ext>
                  </a:extLst>
                </p:cNvPr>
                <p:cNvSpPr txBox="1"/>
                <p:nvPr/>
              </p:nvSpPr>
              <p:spPr>
                <a:xfrm>
                  <a:off x="3125317" y="554938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0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A6C050-06C6-5236-8C5D-36FB46CE574A}"/>
                    </a:ext>
                  </a:extLst>
                </p:cNvPr>
                <p:cNvSpPr txBox="1"/>
                <p:nvPr/>
              </p:nvSpPr>
              <p:spPr>
                <a:xfrm>
                  <a:off x="3505440" y="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11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7DDF53F-311E-FBD4-C87D-14B46FA8046D}"/>
                    </a:ext>
                  </a:extLst>
                </p:cNvPr>
                <p:cNvSpPr txBox="1"/>
                <p:nvPr/>
              </p:nvSpPr>
              <p:spPr>
                <a:xfrm>
                  <a:off x="4257915" y="17261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F3A2D052-19EC-AF5B-0E96-30BD0B72EFC2}"/>
                    </a:ext>
                  </a:extLst>
                </p:cNvPr>
                <p:cNvSpPr txBox="1"/>
                <p:nvPr/>
              </p:nvSpPr>
              <p:spPr>
                <a:xfrm>
                  <a:off x="4480288" y="375023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4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68F709-5E4B-B712-6EB5-A15C8F9535B5}"/>
                    </a:ext>
                  </a:extLst>
                </p:cNvPr>
                <p:cNvSpPr txBox="1"/>
                <p:nvPr/>
              </p:nvSpPr>
              <p:spPr>
                <a:xfrm>
                  <a:off x="4805041" y="518005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00FF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B08C1D-0DB3-D1C9-6A9D-6C1D9D8C483F}"/>
                  </a:ext>
                </a:extLst>
              </p:cNvPr>
              <p:cNvSpPr txBox="1"/>
              <p:nvPr/>
            </p:nvSpPr>
            <p:spPr>
              <a:xfrm>
                <a:off x="3965179" y="548899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0</a:t>
                </a: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0B013E-CF1F-7E5A-94B4-8ECD632CA927}"/>
                  </a:ext>
                </a:extLst>
              </p:cNvPr>
              <p:cNvSpPr txBox="1"/>
              <p:nvPr/>
            </p:nvSpPr>
            <p:spPr>
              <a:xfrm>
                <a:off x="3668913" y="448932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30FBECF-7580-EBE9-1A30-CF6B969034F4}"/>
                  </a:ext>
                </a:extLst>
              </p:cNvPr>
              <p:cNvSpPr txBox="1"/>
              <p:nvPr/>
            </p:nvSpPr>
            <p:spPr>
              <a:xfrm>
                <a:off x="5562445" y="58028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2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63EB7A-D1F0-3DD3-8C0A-8E2579EE0FA9}"/>
                  </a:ext>
                </a:extLst>
              </p:cNvPr>
              <p:cNvSpPr txBox="1"/>
              <p:nvPr/>
            </p:nvSpPr>
            <p:spPr>
              <a:xfrm>
                <a:off x="5408396" y="490832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3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60CA83-BC9F-D7AF-CE49-1860F5C1EF8D}"/>
                  </a:ext>
                </a:extLst>
              </p:cNvPr>
              <p:cNvSpPr txBox="1"/>
              <p:nvPr/>
            </p:nvSpPr>
            <p:spPr>
              <a:xfrm>
                <a:off x="4441609" y="467398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4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C8288C7-C28C-3AA6-818D-3A5DE7CA52B7}"/>
                  </a:ext>
                </a:extLst>
              </p:cNvPr>
              <p:cNvSpPr txBox="1"/>
              <p:nvPr/>
            </p:nvSpPr>
            <p:spPr>
              <a:xfrm>
                <a:off x="6257589" y="547654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5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B9F364A-F2F6-D27C-1BF0-371557C2FF7A}"/>
                  </a:ext>
                </a:extLst>
              </p:cNvPr>
              <p:cNvSpPr txBox="1"/>
              <p:nvPr/>
            </p:nvSpPr>
            <p:spPr>
              <a:xfrm>
                <a:off x="5306613" y="41148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6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4F445E1-5B3A-9A31-3C64-03B35E5CDE9E}"/>
                  </a:ext>
                </a:extLst>
              </p:cNvPr>
              <p:cNvSpPr txBox="1"/>
              <p:nvPr/>
            </p:nvSpPr>
            <p:spPr>
              <a:xfrm>
                <a:off x="3540025" y="1726168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7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F92635-5730-77E8-AC10-9E6889584ED2}"/>
                  </a:ext>
                </a:extLst>
              </p:cNvPr>
              <p:cNvSpPr txBox="1"/>
              <p:nvPr/>
            </p:nvSpPr>
            <p:spPr>
              <a:xfrm>
                <a:off x="4026944" y="81889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8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EBB466-E659-A9BB-CBC3-299E3AF21923}"/>
                  </a:ext>
                </a:extLst>
              </p:cNvPr>
              <p:cNvSpPr txBox="1"/>
              <p:nvPr/>
            </p:nvSpPr>
            <p:spPr>
              <a:xfrm>
                <a:off x="4889736" y="93928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9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B8E3BA8-AE1B-955D-E926-DA3917EA94B8}"/>
                  </a:ext>
                </a:extLst>
              </p:cNvPr>
              <p:cNvSpPr txBox="1"/>
              <p:nvPr/>
            </p:nvSpPr>
            <p:spPr>
              <a:xfrm>
                <a:off x="7111273" y="1954468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11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C921E75-958A-61DE-7DF3-6EDD2079A9B5}"/>
                  </a:ext>
                </a:extLst>
              </p:cNvPr>
              <p:cNvSpPr txBox="1"/>
              <p:nvPr/>
            </p:nvSpPr>
            <p:spPr>
              <a:xfrm>
                <a:off x="5872433" y="2612529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10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277F71-0D69-969C-A5B3-0BCEE3FF4FDE}"/>
                  </a:ext>
                </a:extLst>
              </p:cNvPr>
              <p:cNvSpPr txBox="1"/>
              <p:nvPr/>
            </p:nvSpPr>
            <p:spPr>
              <a:xfrm>
                <a:off x="4594660" y="219656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77B52A8-2ECA-F076-FA7B-894F89098BAF}"/>
                  </a:ext>
                </a:extLst>
              </p:cNvPr>
              <p:cNvSpPr txBox="1"/>
              <p:nvPr/>
            </p:nvSpPr>
            <p:spPr>
              <a:xfrm>
                <a:off x="4542867" y="-10150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13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E783CFE-AA51-1D74-9D30-DBB2700645A5}"/>
                  </a:ext>
                </a:extLst>
              </p:cNvPr>
              <p:cNvSpPr txBox="1"/>
              <p:nvPr/>
            </p:nvSpPr>
            <p:spPr>
              <a:xfrm>
                <a:off x="6303961" y="488990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75000"/>
                      </a:schemeClr>
                    </a:solidFill>
                  </a:rPr>
                  <a:t>14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681C020-FFE5-C375-E390-4A5BE2F07AE1}"/>
                  </a:ext>
                </a:extLst>
              </p:cNvPr>
              <p:cNvSpPr txBox="1"/>
              <p:nvPr/>
            </p:nvSpPr>
            <p:spPr>
              <a:xfrm>
                <a:off x="7049813" y="4547966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2016A5D-8EDC-A3C1-2248-1978A5633366}"/>
                  </a:ext>
                </a:extLst>
              </p:cNvPr>
              <p:cNvSpPr txBox="1"/>
              <p:nvPr/>
            </p:nvSpPr>
            <p:spPr>
              <a:xfrm>
                <a:off x="6365676" y="367310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6DBBB3B-7AE2-6B65-EC35-B57B2A5E83F5}"/>
                  </a:ext>
                </a:extLst>
              </p:cNvPr>
              <p:cNvSpPr txBox="1"/>
              <p:nvPr/>
            </p:nvSpPr>
            <p:spPr>
              <a:xfrm>
                <a:off x="4015707" y="279719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E32AD19-3EE3-4DFA-F228-72CBE36C788E}"/>
                  </a:ext>
                </a:extLst>
              </p:cNvPr>
              <p:cNvSpPr txBox="1"/>
              <p:nvPr/>
            </p:nvSpPr>
            <p:spPr>
              <a:xfrm>
                <a:off x="8731789" y="4600702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0408792-EC04-371F-5F98-7DC184C53345}"/>
                  </a:ext>
                </a:extLst>
              </p:cNvPr>
              <p:cNvSpPr txBox="1"/>
              <p:nvPr/>
            </p:nvSpPr>
            <p:spPr>
              <a:xfrm>
                <a:off x="7582703" y="34290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</a:p>
            </p:txBody>
          </p:sp>
        </p:grp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E30515F-C4C0-EFFF-141E-AF2E6C78B39E}"/>
                </a:ext>
              </a:extLst>
            </p:cNvPr>
            <p:cNvSpPr/>
            <p:nvPr/>
          </p:nvSpPr>
          <p:spPr>
            <a:xfrm>
              <a:off x="4788386" y="5659716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F475B0B-EE11-2BF3-A449-936C05AA89A4}"/>
                </a:ext>
              </a:extLst>
            </p:cNvPr>
            <p:cNvSpPr/>
            <p:nvPr/>
          </p:nvSpPr>
          <p:spPr>
            <a:xfrm>
              <a:off x="6127201" y="6581846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01937A2-3868-4FC8-F5F6-10AF56D6175A}"/>
                </a:ext>
              </a:extLst>
            </p:cNvPr>
            <p:cNvSpPr/>
            <p:nvPr/>
          </p:nvSpPr>
          <p:spPr>
            <a:xfrm>
              <a:off x="9601039" y="4858652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60A2AC3-7595-183C-6A1D-6429B5AFDD64}"/>
                </a:ext>
              </a:extLst>
            </p:cNvPr>
            <p:cNvSpPr/>
            <p:nvPr/>
          </p:nvSpPr>
          <p:spPr>
            <a:xfrm>
              <a:off x="4069815" y="1964987"/>
              <a:ext cx="308098" cy="28630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6733BCE0-8B79-5B0F-79F0-BEA522EC3704}"/>
              </a:ext>
            </a:extLst>
          </p:cNvPr>
          <p:cNvSpPr txBox="1"/>
          <p:nvPr/>
        </p:nvSpPr>
        <p:spPr>
          <a:xfrm>
            <a:off x="4520919" y="5918716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R100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DA28A1-23EB-190D-642B-33B695402FE7}"/>
              </a:ext>
            </a:extLst>
          </p:cNvPr>
          <p:cNvSpPr txBox="1"/>
          <p:nvPr/>
        </p:nvSpPr>
        <p:spPr>
          <a:xfrm>
            <a:off x="6281250" y="6537118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R90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599BDA-3A24-A0FC-A6A0-9268B869EB0D}"/>
              </a:ext>
            </a:extLst>
          </p:cNvPr>
          <p:cNvSpPr txBox="1"/>
          <p:nvPr/>
        </p:nvSpPr>
        <p:spPr>
          <a:xfrm>
            <a:off x="5872433" y="4885284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8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3E3A3A-E033-1070-FFA6-F45B6E0A2E30}"/>
              </a:ext>
            </a:extLst>
          </p:cNvPr>
          <p:cNvSpPr txBox="1"/>
          <p:nvPr/>
        </p:nvSpPr>
        <p:spPr>
          <a:xfrm>
            <a:off x="3703975" y="389693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R70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760E46-BDAB-76FB-5F05-82553F1426C4}"/>
              </a:ext>
            </a:extLst>
          </p:cNvPr>
          <p:cNvSpPr txBox="1"/>
          <p:nvPr/>
        </p:nvSpPr>
        <p:spPr>
          <a:xfrm>
            <a:off x="4138123" y="1909444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6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40530A-D749-462C-5639-04260235648B}"/>
              </a:ext>
            </a:extLst>
          </p:cNvPr>
          <p:cNvSpPr txBox="1"/>
          <p:nvPr/>
        </p:nvSpPr>
        <p:spPr>
          <a:xfrm>
            <a:off x="6303961" y="2856720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R50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2DC94B-A37C-7860-55AD-A06131979EE5}"/>
              </a:ext>
            </a:extLst>
          </p:cNvPr>
          <p:cNvSpPr txBox="1"/>
          <p:nvPr/>
        </p:nvSpPr>
        <p:spPr>
          <a:xfrm>
            <a:off x="4916864" y="247283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4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5F538C-BA5E-3EF6-6287-480E77BB6A5E}"/>
              </a:ext>
            </a:extLst>
          </p:cNvPr>
          <p:cNvSpPr txBox="1"/>
          <p:nvPr/>
        </p:nvSpPr>
        <p:spPr>
          <a:xfrm>
            <a:off x="2598488" y="2294492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R30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9BDC7B1-320D-DFFC-7F5D-F2FBA9438DFB}"/>
              </a:ext>
            </a:extLst>
          </p:cNvPr>
          <p:cNvSpPr txBox="1"/>
          <p:nvPr/>
        </p:nvSpPr>
        <p:spPr>
          <a:xfrm>
            <a:off x="3432122" y="272986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</a:t>
            </a:r>
            <a:r>
              <a:rPr lang="en-US" sz="1600" dirty="0">
                <a:solidFill>
                  <a:schemeClr val="accent6"/>
                </a:solidFill>
              </a:rPr>
              <a:t>2</a:t>
            </a:r>
            <a:r>
              <a:rPr lang="en-US" sz="1600" dirty="0">
                <a:solidFill>
                  <a:schemeClr val="accent6"/>
                </a:solidFill>
                <a:effectLst/>
              </a:rPr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614C26F-D3BB-1EEF-CAA9-682D038587E4}"/>
              </a:ext>
            </a:extLst>
          </p:cNvPr>
          <p:cNvSpPr txBox="1"/>
          <p:nvPr/>
        </p:nvSpPr>
        <p:spPr>
          <a:xfrm>
            <a:off x="5027222" y="609808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57D1774-4A01-E433-B588-EF23B3B8B489}"/>
              </a:ext>
            </a:extLst>
          </p:cNvPr>
          <p:cNvSpPr txBox="1"/>
          <p:nvPr/>
        </p:nvSpPr>
        <p:spPr>
          <a:xfrm>
            <a:off x="6967401" y="1166710"/>
            <a:ext cx="7376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ctr">
              <a:buNone/>
            </a:pPr>
            <a:r>
              <a:rPr lang="en-US" sz="1600" dirty="0">
                <a:solidFill>
                  <a:schemeClr val="accent6"/>
                </a:solidFill>
                <a:effectLst/>
              </a:rPr>
              <a:t>R0</a:t>
            </a:r>
          </a:p>
        </p:txBody>
      </p:sp>
    </p:spTree>
    <p:extLst>
      <p:ext uri="{BB962C8B-B14F-4D97-AF65-F5344CB8AC3E}">
        <p14:creationId xmlns:p14="http://schemas.microsoft.com/office/powerpoint/2010/main" val="23060694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1BEE6-133A-BB50-89C2-13AE3777B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6E86E1BE-54F4-0A0C-B125-DE444A8F2822}"/>
              </a:ext>
            </a:extLst>
          </p:cNvPr>
          <p:cNvGrpSpPr/>
          <p:nvPr/>
        </p:nvGrpSpPr>
        <p:grpSpPr>
          <a:xfrm>
            <a:off x="2205839" y="-10150"/>
            <a:ext cx="7934371" cy="6885822"/>
            <a:chOff x="2205839" y="-10150"/>
            <a:chExt cx="7934371" cy="688582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8282E26-D3DA-587E-580B-511ED65F0E61}"/>
                </a:ext>
              </a:extLst>
            </p:cNvPr>
            <p:cNvGrpSpPr/>
            <p:nvPr/>
          </p:nvGrpSpPr>
          <p:grpSpPr>
            <a:xfrm>
              <a:off x="2205839" y="-10150"/>
              <a:ext cx="7934371" cy="6878300"/>
              <a:chOff x="2205839" y="-10150"/>
              <a:chExt cx="7934371" cy="6878300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E08422AB-9574-79E0-C37B-9AD94DCB9A09}"/>
                  </a:ext>
                </a:extLst>
              </p:cNvPr>
              <p:cNvGrpSpPr/>
              <p:nvPr/>
            </p:nvGrpSpPr>
            <p:grpSpPr>
              <a:xfrm>
                <a:off x="2205839" y="-10150"/>
                <a:ext cx="7934371" cy="6868150"/>
                <a:chOff x="2205839" y="-10150"/>
                <a:chExt cx="7934371" cy="6868150"/>
              </a:xfrm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D430D757-7F68-9768-3363-55E58AE6963A}"/>
                    </a:ext>
                  </a:extLst>
                </p:cNvPr>
                <p:cNvGrpSpPr/>
                <p:nvPr/>
              </p:nvGrpSpPr>
              <p:grpSpPr>
                <a:xfrm>
                  <a:off x="2205839" y="0"/>
                  <a:ext cx="7934371" cy="6858000"/>
                  <a:chOff x="2205839" y="0"/>
                  <a:chExt cx="7934371" cy="6858000"/>
                </a:xfrm>
              </p:grpSpPr>
              <p:pic>
                <p:nvPicPr>
                  <p:cNvPr id="11" name="Picture 10">
                    <a:extLst>
                      <a:ext uri="{FF2B5EF4-FFF2-40B4-BE49-F238E27FC236}">
                        <a16:creationId xmlns:a16="http://schemas.microsoft.com/office/drawing/2014/main" id="{254F57AE-0D83-5A00-1D29-3BEB184A95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205839" y="0"/>
                    <a:ext cx="7780322" cy="6858000"/>
                  </a:xfrm>
                  <a:prstGeom prst="rect">
                    <a:avLst/>
                  </a:prstGeom>
                </p:spPr>
              </p:pic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3402C81-3370-475C-A23D-572DD7B641DC}"/>
                      </a:ext>
                    </a:extLst>
                  </p:cNvPr>
                  <p:cNvSpPr txBox="1"/>
                  <p:nvPr/>
                </p:nvSpPr>
                <p:spPr>
                  <a:xfrm>
                    <a:off x="9832112" y="4595813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F2D58DFF-37D9-7E26-B123-C906C440DD7B}"/>
                      </a:ext>
                    </a:extLst>
                  </p:cNvPr>
                  <p:cNvSpPr txBox="1"/>
                  <p:nvPr/>
                </p:nvSpPr>
                <p:spPr>
                  <a:xfrm>
                    <a:off x="7890801" y="436330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6</a:t>
                    </a:r>
                  </a:p>
                </p:txBody>
              </p:sp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B5A2A122-6FD2-BD4A-217F-DAA0A57B30C3}"/>
                      </a:ext>
                    </a:extLst>
                  </p:cNvPr>
                  <p:cNvSpPr txBox="1"/>
                  <p:nvPr/>
                </p:nvSpPr>
                <p:spPr>
                  <a:xfrm>
                    <a:off x="7327037" y="858322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13</a:t>
                    </a:r>
                  </a:p>
                </p:txBody>
              </p:sp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7B82BA95-1240-B3D1-DA2E-A30A7B1D13A8}"/>
                      </a:ext>
                    </a:extLst>
                  </p:cNvPr>
                  <p:cNvSpPr txBox="1"/>
                  <p:nvPr/>
                </p:nvSpPr>
                <p:spPr>
                  <a:xfrm>
                    <a:off x="7049813" y="2782372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8</a:t>
                    </a: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438786A2-7F18-5828-F695-0DFD9104C6F5}"/>
                      </a:ext>
                    </a:extLst>
                  </p:cNvPr>
                  <p:cNvSpPr txBox="1"/>
                  <p:nvPr/>
                </p:nvSpPr>
                <p:spPr>
                  <a:xfrm>
                    <a:off x="6411638" y="4685229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3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4DBE312-DE93-61C5-04AD-7B0EC97ADEE1}"/>
                      </a:ext>
                    </a:extLst>
                  </p:cNvPr>
                  <p:cNvSpPr txBox="1"/>
                  <p:nvPr/>
                </p:nvSpPr>
                <p:spPr>
                  <a:xfrm>
                    <a:off x="6281250" y="6333054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2</a:t>
                    </a:r>
                  </a:p>
                </p:txBody>
              </p:sp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2B15B01B-6F32-B12D-8581-6C1AF1437241}"/>
                      </a:ext>
                    </a:extLst>
                  </p:cNvPr>
                  <p:cNvSpPr txBox="1"/>
                  <p:nvPr/>
                </p:nvSpPr>
                <p:spPr>
                  <a:xfrm>
                    <a:off x="5421237" y="0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12</a:t>
                    </a:r>
                  </a:p>
                </p:txBody>
              </p:sp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2B54220A-00D3-6B21-FC19-4606B69B80B9}"/>
                      </a:ext>
                    </a:extLst>
                  </p:cNvPr>
                  <p:cNvSpPr txBox="1"/>
                  <p:nvPr/>
                </p:nvSpPr>
                <p:spPr>
                  <a:xfrm>
                    <a:off x="5278331" y="1954468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9</a:t>
                    </a:r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C745B9B4-0C3B-0294-D650-8F8D5E6FC2DD}"/>
                      </a:ext>
                    </a:extLst>
                  </p:cNvPr>
                  <p:cNvSpPr txBox="1"/>
                  <p:nvPr/>
                </p:nvSpPr>
                <p:spPr>
                  <a:xfrm>
                    <a:off x="2608064" y="1910834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10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886CEDF-EFFE-A093-EB3C-4B4106383746}"/>
                      </a:ext>
                    </a:extLst>
                  </p:cNvPr>
                  <p:cNvSpPr txBox="1"/>
                  <p:nvPr/>
                </p:nvSpPr>
                <p:spPr>
                  <a:xfrm>
                    <a:off x="3125317" y="5549384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0</a:t>
                    </a:r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A931C1DD-0B49-4C8F-794E-E860A326705D}"/>
                      </a:ext>
                    </a:extLst>
                  </p:cNvPr>
                  <p:cNvSpPr txBox="1"/>
                  <p:nvPr/>
                </p:nvSpPr>
                <p:spPr>
                  <a:xfrm>
                    <a:off x="3505440" y="0"/>
                    <a:ext cx="43152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11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A09C1591-D3AB-4CC7-F1EE-5ED8A54BDB3A}"/>
                      </a:ext>
                    </a:extLst>
                  </p:cNvPr>
                  <p:cNvSpPr txBox="1"/>
                  <p:nvPr/>
                </p:nvSpPr>
                <p:spPr>
                  <a:xfrm>
                    <a:off x="4257915" y="1726168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5</a:t>
                    </a:r>
                  </a:p>
                </p:txBody>
              </p:sp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07B7A70-2C8A-84F1-2839-093A3C96CFFB}"/>
                      </a:ext>
                    </a:extLst>
                  </p:cNvPr>
                  <p:cNvSpPr txBox="1"/>
                  <p:nvPr/>
                </p:nvSpPr>
                <p:spPr>
                  <a:xfrm>
                    <a:off x="4480288" y="3750230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4</a:t>
                    </a:r>
                  </a:p>
                </p:txBody>
              </p:sp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724DEDD2-F8BF-7520-AA63-FF8857538958}"/>
                      </a:ext>
                    </a:extLst>
                  </p:cNvPr>
                  <p:cNvSpPr txBox="1"/>
                  <p:nvPr/>
                </p:nvSpPr>
                <p:spPr>
                  <a:xfrm>
                    <a:off x="4805041" y="5180052"/>
                    <a:ext cx="3080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rgbClr val="0000FF"/>
                        </a:solidFill>
                      </a:rPr>
                      <a:t>1</a:t>
                    </a:r>
                  </a:p>
                </p:txBody>
              </p:sp>
            </p:grpSp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D51A0737-7F61-29A7-D7C6-E0750AB73559}"/>
                    </a:ext>
                  </a:extLst>
                </p:cNvPr>
                <p:cNvSpPr txBox="1"/>
                <p:nvPr/>
              </p:nvSpPr>
              <p:spPr>
                <a:xfrm>
                  <a:off x="3965179" y="548899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0</a:t>
                  </a:r>
                </a:p>
              </p:txBody>
            </p:sp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3604A864-697F-0251-2C35-6B2A28F26053}"/>
                    </a:ext>
                  </a:extLst>
                </p:cNvPr>
                <p:cNvSpPr txBox="1"/>
                <p:nvPr/>
              </p:nvSpPr>
              <p:spPr>
                <a:xfrm>
                  <a:off x="3668913" y="448932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</a:t>
                  </a:r>
                </a:p>
              </p:txBody>
            </p:sp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A8372F8-F281-B37B-23AA-3863855F5AB5}"/>
                    </a:ext>
                  </a:extLst>
                </p:cNvPr>
                <p:cNvSpPr txBox="1"/>
                <p:nvPr/>
              </p:nvSpPr>
              <p:spPr>
                <a:xfrm>
                  <a:off x="5562445" y="58028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2</a:t>
                  </a:r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EC01782-1302-77FB-1F99-5FB70CEF79E0}"/>
                    </a:ext>
                  </a:extLst>
                </p:cNvPr>
                <p:cNvSpPr txBox="1"/>
                <p:nvPr/>
              </p:nvSpPr>
              <p:spPr>
                <a:xfrm>
                  <a:off x="5408396" y="490832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3</a:t>
                  </a:r>
                </a:p>
              </p:txBody>
            </p: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DA8DE31-7C71-534D-A47E-C31382737EDC}"/>
                    </a:ext>
                  </a:extLst>
                </p:cNvPr>
                <p:cNvSpPr txBox="1"/>
                <p:nvPr/>
              </p:nvSpPr>
              <p:spPr>
                <a:xfrm>
                  <a:off x="4441609" y="467398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4</a:t>
                  </a: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8A6897BE-0CF5-9A49-9CC0-5388563DB80E}"/>
                    </a:ext>
                  </a:extLst>
                </p:cNvPr>
                <p:cNvSpPr txBox="1"/>
                <p:nvPr/>
              </p:nvSpPr>
              <p:spPr>
                <a:xfrm>
                  <a:off x="6257589" y="5476543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5</a:t>
                  </a: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26EB377-65A1-A862-1F41-9382EFF3E95F}"/>
                    </a:ext>
                  </a:extLst>
                </p:cNvPr>
                <p:cNvSpPr txBox="1"/>
                <p:nvPr/>
              </p:nvSpPr>
              <p:spPr>
                <a:xfrm>
                  <a:off x="5306613" y="41148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6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C20F8F9-708F-360B-0A5C-305048F64E18}"/>
                    </a:ext>
                  </a:extLst>
                </p:cNvPr>
                <p:cNvSpPr txBox="1"/>
                <p:nvPr/>
              </p:nvSpPr>
              <p:spPr>
                <a:xfrm>
                  <a:off x="3540025" y="1726168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7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9818C93-A4D9-9F2C-F8CD-1319A7851F6F}"/>
                    </a:ext>
                  </a:extLst>
                </p:cNvPr>
                <p:cNvSpPr txBox="1"/>
                <p:nvPr/>
              </p:nvSpPr>
              <p:spPr>
                <a:xfrm>
                  <a:off x="4026944" y="81889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8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03AD305-393C-CFD5-5081-CDAB81107738}"/>
                    </a:ext>
                  </a:extLst>
                </p:cNvPr>
                <p:cNvSpPr txBox="1"/>
                <p:nvPr/>
              </p:nvSpPr>
              <p:spPr>
                <a:xfrm>
                  <a:off x="4889736" y="93928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9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1DD9568-B132-54D0-1EF6-31FB422AAB19}"/>
                    </a:ext>
                  </a:extLst>
                </p:cNvPr>
                <p:cNvSpPr txBox="1"/>
                <p:nvPr/>
              </p:nvSpPr>
              <p:spPr>
                <a:xfrm>
                  <a:off x="7111273" y="1954468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11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D01508B-112E-19C2-6578-A9741C4528D1}"/>
                    </a:ext>
                  </a:extLst>
                </p:cNvPr>
                <p:cNvSpPr txBox="1"/>
                <p:nvPr/>
              </p:nvSpPr>
              <p:spPr>
                <a:xfrm>
                  <a:off x="5872433" y="2612529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10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189BC94-1E92-1732-DA83-2AE16C66F23B}"/>
                    </a:ext>
                  </a:extLst>
                </p:cNvPr>
                <p:cNvSpPr txBox="1"/>
                <p:nvPr/>
              </p:nvSpPr>
              <p:spPr>
                <a:xfrm>
                  <a:off x="4594660" y="2196565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12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87F8945-EBD2-4B27-C71C-0DF268584471}"/>
                    </a:ext>
                  </a:extLst>
                </p:cNvPr>
                <p:cNvSpPr txBox="1"/>
                <p:nvPr/>
              </p:nvSpPr>
              <p:spPr>
                <a:xfrm>
                  <a:off x="4542867" y="-1015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13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3771722-A3D9-C3C4-6B1A-B678B4ADF3FE}"/>
                    </a:ext>
                  </a:extLst>
                </p:cNvPr>
                <p:cNvSpPr txBox="1"/>
                <p:nvPr/>
              </p:nvSpPr>
              <p:spPr>
                <a:xfrm>
                  <a:off x="6303961" y="488990"/>
                  <a:ext cx="43152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2">
                          <a:lumMod val="75000"/>
                        </a:schemeClr>
                      </a:solidFill>
                    </a:rPr>
                    <a:t>14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D9FFEA9-29FB-71FA-8DE9-357B3AA09DF3}"/>
                    </a:ext>
                  </a:extLst>
                </p:cNvPr>
                <p:cNvSpPr txBox="1"/>
                <p:nvPr/>
              </p:nvSpPr>
              <p:spPr>
                <a:xfrm>
                  <a:off x="7049813" y="4547966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0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24B56A8-DBC3-5A55-1B82-EEFE8AD5AF04}"/>
                    </a:ext>
                  </a:extLst>
                </p:cNvPr>
                <p:cNvSpPr txBox="1"/>
                <p:nvPr/>
              </p:nvSpPr>
              <p:spPr>
                <a:xfrm>
                  <a:off x="6365676" y="3673104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0C64DCA-2D9E-58C0-FE5B-D7444CFF476B}"/>
                    </a:ext>
                  </a:extLst>
                </p:cNvPr>
                <p:cNvSpPr txBox="1"/>
                <p:nvPr/>
              </p:nvSpPr>
              <p:spPr>
                <a:xfrm>
                  <a:off x="4015707" y="2797195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BAF6113B-D30E-D225-0B7C-EC965C8DC9CE}"/>
                    </a:ext>
                  </a:extLst>
                </p:cNvPr>
                <p:cNvSpPr txBox="1"/>
                <p:nvPr/>
              </p:nvSpPr>
              <p:spPr>
                <a:xfrm>
                  <a:off x="8731789" y="4600702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3</a:t>
                  </a: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B762A81-B447-8FD7-FA33-08484311BCF5}"/>
                    </a:ext>
                  </a:extLst>
                </p:cNvPr>
                <p:cNvSpPr txBox="1"/>
                <p:nvPr/>
              </p:nvSpPr>
              <p:spPr>
                <a:xfrm>
                  <a:off x="7582703" y="3429000"/>
                  <a:ext cx="3080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4</a:t>
                  </a:r>
                </a:p>
              </p:txBody>
            </p:sp>
          </p:grp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8FAB806-5EA2-73C4-F15B-FADA647A3900}"/>
                  </a:ext>
                </a:extLst>
              </p:cNvPr>
              <p:cNvSpPr/>
              <p:nvPr/>
            </p:nvSpPr>
            <p:spPr>
              <a:xfrm>
                <a:off x="4788386" y="5659716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A44FD89-95B5-F662-C2B3-433C975D8EBD}"/>
                  </a:ext>
                </a:extLst>
              </p:cNvPr>
              <p:cNvSpPr/>
              <p:nvPr/>
            </p:nvSpPr>
            <p:spPr>
              <a:xfrm>
                <a:off x="6127201" y="6581846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AF4C8E6B-B295-12A3-A5A8-74683F82C162}"/>
                  </a:ext>
                </a:extLst>
              </p:cNvPr>
              <p:cNvSpPr/>
              <p:nvPr/>
            </p:nvSpPr>
            <p:spPr>
              <a:xfrm>
                <a:off x="9601039" y="4858652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5C9D2B45-674A-790B-EF6E-77E39D59D051}"/>
                  </a:ext>
                </a:extLst>
              </p:cNvPr>
              <p:cNvSpPr/>
              <p:nvPr/>
            </p:nvSpPr>
            <p:spPr>
              <a:xfrm>
                <a:off x="4069815" y="1964987"/>
                <a:ext cx="308098" cy="28630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613B3DE-BEEA-9B20-DFC1-C68786F986A6}"/>
                </a:ext>
              </a:extLst>
            </p:cNvPr>
            <p:cNvSpPr txBox="1"/>
            <p:nvPr/>
          </p:nvSpPr>
          <p:spPr>
            <a:xfrm>
              <a:off x="4520919" y="5918716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R100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11DA9E1-1E87-5174-CD55-ACA7E2E6BA79}"/>
                </a:ext>
              </a:extLst>
            </p:cNvPr>
            <p:cNvSpPr txBox="1"/>
            <p:nvPr/>
          </p:nvSpPr>
          <p:spPr>
            <a:xfrm>
              <a:off x="6281250" y="6537118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R90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C2C6B0A-CDA9-7660-8BE0-0041EF0F7943}"/>
                </a:ext>
              </a:extLst>
            </p:cNvPr>
            <p:cNvSpPr txBox="1"/>
            <p:nvPr/>
          </p:nvSpPr>
          <p:spPr>
            <a:xfrm>
              <a:off x="5872433" y="4885284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8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C4D0263-BE1F-A597-5713-4FA1DE6F3C48}"/>
                </a:ext>
              </a:extLst>
            </p:cNvPr>
            <p:cNvSpPr txBox="1"/>
            <p:nvPr/>
          </p:nvSpPr>
          <p:spPr>
            <a:xfrm>
              <a:off x="3703975" y="389693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R70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C3208A8-27F3-3574-3070-58B591F5C549}"/>
                </a:ext>
              </a:extLst>
            </p:cNvPr>
            <p:cNvSpPr txBox="1"/>
            <p:nvPr/>
          </p:nvSpPr>
          <p:spPr>
            <a:xfrm>
              <a:off x="4138123" y="1909444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6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EED8853-CFC8-EC46-EA3F-026B5A8E7F13}"/>
                </a:ext>
              </a:extLst>
            </p:cNvPr>
            <p:cNvSpPr txBox="1"/>
            <p:nvPr/>
          </p:nvSpPr>
          <p:spPr>
            <a:xfrm>
              <a:off x="6303961" y="2856720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R50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C8432E2-0D77-B186-F333-25ECA8CDF1B1}"/>
                </a:ext>
              </a:extLst>
            </p:cNvPr>
            <p:cNvSpPr txBox="1"/>
            <p:nvPr/>
          </p:nvSpPr>
          <p:spPr>
            <a:xfrm>
              <a:off x="4916864" y="247283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4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53B21D9-2EFB-D852-BBD9-583CC3B19CAB}"/>
                </a:ext>
              </a:extLst>
            </p:cNvPr>
            <p:cNvSpPr txBox="1"/>
            <p:nvPr/>
          </p:nvSpPr>
          <p:spPr>
            <a:xfrm>
              <a:off x="2598488" y="2294492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R30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67D27A2-2FD2-DC7F-2C83-A6493E64310D}"/>
                </a:ext>
              </a:extLst>
            </p:cNvPr>
            <p:cNvSpPr txBox="1"/>
            <p:nvPr/>
          </p:nvSpPr>
          <p:spPr>
            <a:xfrm>
              <a:off x="3432122" y="272986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</a:t>
              </a:r>
              <a:r>
                <a:rPr lang="en-US" sz="1600" dirty="0">
                  <a:solidFill>
                    <a:schemeClr val="accent6"/>
                  </a:solidFill>
                </a:rPr>
                <a:t>2</a:t>
              </a:r>
              <a:r>
                <a:rPr lang="en-US" sz="1600" dirty="0">
                  <a:solidFill>
                    <a:schemeClr val="accent6"/>
                  </a:solidFill>
                  <a:effectLst/>
                </a:rPr>
                <a:t>0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4AD7562-4E1D-480B-EFE2-3C32514524B3}"/>
                </a:ext>
              </a:extLst>
            </p:cNvPr>
            <p:cNvSpPr txBox="1"/>
            <p:nvPr/>
          </p:nvSpPr>
          <p:spPr>
            <a:xfrm>
              <a:off x="5027222" y="609808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R10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0C8113E-D775-7B6E-C41C-033CAA1C94AF}"/>
                </a:ext>
              </a:extLst>
            </p:cNvPr>
            <p:cNvSpPr txBox="1"/>
            <p:nvPr/>
          </p:nvSpPr>
          <p:spPr>
            <a:xfrm>
              <a:off x="6967401" y="1166710"/>
              <a:ext cx="7376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ctr">
                <a:buNone/>
              </a:pPr>
              <a:r>
                <a:rPr lang="en-US" sz="1600" dirty="0">
                  <a:solidFill>
                    <a:schemeClr val="accent6"/>
                  </a:solidFill>
                  <a:effectLst/>
                </a:rPr>
                <a:t>R0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9335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12817-4FA4-7C3C-2A25-B90B4116D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143"/>
            <a:ext cx="10515600" cy="1325563"/>
          </a:xfrm>
        </p:spPr>
        <p:txBody>
          <a:bodyPr/>
          <a:lstStyle/>
          <a:p>
            <a:r>
              <a:rPr lang="en-US" dirty="0"/>
              <a:t>Adding 1 mw – Numbers of contingency violations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B3D7AF-875B-CD7A-E2D7-1BEEBD7C81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262971"/>
              </p:ext>
            </p:extLst>
          </p:nvPr>
        </p:nvGraphicFramePr>
        <p:xfrm>
          <a:off x="1720432" y="1787066"/>
          <a:ext cx="7849472" cy="4385642"/>
        </p:xfrm>
        <a:graphic>
          <a:graphicData uri="http://schemas.openxmlformats.org/drawingml/2006/table">
            <a:tbl>
              <a:tblPr/>
              <a:tblGrid>
                <a:gridCol w="1962368">
                  <a:extLst>
                    <a:ext uri="{9D8B030D-6E8A-4147-A177-3AD203B41FA5}">
                      <a16:colId xmlns:a16="http://schemas.microsoft.com/office/drawing/2014/main" val="3559812490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914433265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1402178132"/>
                    </a:ext>
                  </a:extLst>
                </a:gridCol>
                <a:gridCol w="1962368">
                  <a:extLst>
                    <a:ext uri="{9D8B030D-6E8A-4147-A177-3AD203B41FA5}">
                      <a16:colId xmlns:a16="http://schemas.microsoft.com/office/drawing/2014/main" val="2317975237"/>
                    </a:ext>
                  </a:extLst>
                </a:gridCol>
              </a:tblGrid>
              <a:tr h="597242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load id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b="1">
                          <a:effectLst/>
                        </a:rPr>
                        <a:t>low voltage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b="1">
                          <a:effectLst/>
                        </a:rPr>
                        <a:t>high voltage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b="1" dirty="0">
                          <a:effectLst/>
                        </a:rPr>
                        <a:t>overloading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01120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228890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851078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786689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06543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52012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5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54130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6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48055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7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9575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8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558532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9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55121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10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700" dirty="0">
                          <a:effectLst/>
                        </a:rPr>
                        <a:t>0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3609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96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4484</TotalTime>
  <Words>953</Words>
  <Application>Microsoft Office PowerPoint</Application>
  <PresentationFormat>Widescreen</PresentationFormat>
  <Paragraphs>585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IBM Plex Mono Light</vt:lpstr>
      <vt:lpstr>IBM Plex Sans Light</vt:lpstr>
      <vt:lpstr>Office Theme</vt:lpstr>
      <vt:lpstr>Data Center Hosting Maps</vt:lpstr>
      <vt:lpstr>PowerPoint Presentation</vt:lpstr>
      <vt:lpstr>Let’s start with a simple grid</vt:lpstr>
      <vt:lpstr>Let’s start with a simple grid</vt:lpstr>
      <vt:lpstr>Let’s start with a simple grid</vt:lpstr>
      <vt:lpstr>Power flow analysis</vt:lpstr>
      <vt:lpstr>Power flow analysis - Generation</vt:lpstr>
      <vt:lpstr>Power flow analysis - Loads</vt:lpstr>
      <vt:lpstr>Power flow analysis - Buses</vt:lpstr>
      <vt:lpstr>Power flow analysis</vt:lpstr>
      <vt:lpstr>Data Center Hosting Maps Algo</vt:lpstr>
      <vt:lpstr>PowerPoint Presentation</vt:lpstr>
      <vt:lpstr>PowerPoint Presentation</vt:lpstr>
      <vt:lpstr>PowerPoint Presentation</vt:lpstr>
      <vt:lpstr>Data Center Hosting Maps</vt:lpstr>
      <vt:lpstr>Load Scenarios</vt:lpstr>
      <vt:lpstr>Load Scenarios</vt:lpstr>
      <vt:lpstr>PowerPoint Presentation</vt:lpstr>
      <vt:lpstr>PowerPoint Presentation</vt:lpstr>
      <vt:lpstr>PowerPoint Presentation</vt:lpstr>
      <vt:lpstr>Adding 1 mw – Numbers of contingency violations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Hamann, Hendrik</dc:creator>
  <cp:lastModifiedBy>Hamann, Hendrik</cp:lastModifiedBy>
  <cp:revision>2</cp:revision>
  <cp:lastPrinted>2025-09-28T13:48:40Z</cp:lastPrinted>
  <dcterms:created xsi:type="dcterms:W3CDTF">2025-09-28T13:22:09Z</dcterms:created>
  <dcterms:modified xsi:type="dcterms:W3CDTF">2025-10-13T12:18:32Z</dcterms:modified>
</cp:coreProperties>
</file>